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16-Dec-21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16-Dec-21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16-Dec-21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16-Dec-21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16-Dec-21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16-Dec-21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16-Dec-21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16-Dec-21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16-Dec-21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16-Dec-21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16-Dec-21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16-Dec-21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371600" y="304800"/>
            <a:ext cx="6400800" cy="6400800"/>
            <a:chOff x="1371600" y="304800"/>
            <a:chExt cx="6400800" cy="6400800"/>
          </a:xfrm>
        </p:grpSpPr>
        <p:pic>
          <p:nvPicPr>
            <p:cNvPr id="1026" name="Picture 2" descr="D:\decor living\Listed Product Images\Dino Medium Bcak\Dino MB (2).jpe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371600" y="304800"/>
              <a:ext cx="6400800" cy="6400800"/>
            </a:xfrm>
            <a:prstGeom prst="rect">
              <a:avLst/>
            </a:prstGeom>
            <a:noFill/>
          </p:spPr>
        </p:pic>
        <p:pic>
          <p:nvPicPr>
            <p:cNvPr id="3" name="Picture 3" descr="D:\decor living\Decor living logo\logo.jp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715000" y="304800"/>
              <a:ext cx="1981200" cy="1066800"/>
            </a:xfrm>
            <a:prstGeom prst="rect">
              <a:avLst/>
            </a:prstGeom>
            <a:noFill/>
          </p:spPr>
        </p:pic>
        <p:pic>
          <p:nvPicPr>
            <p:cNvPr id="4" name="Picture 3" descr="D:\decor living\Decor living logo\logo.jp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371600" y="304800"/>
              <a:ext cx="849086" cy="457200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295400" y="228600"/>
            <a:ext cx="6400800" cy="6400800"/>
            <a:chOff x="1295400" y="228600"/>
            <a:chExt cx="6400800" cy="6400800"/>
          </a:xfrm>
        </p:grpSpPr>
        <p:pic>
          <p:nvPicPr>
            <p:cNvPr id="2050" name="Picture 2" descr="D:\decor living\Listed Product Images\Dino Medium Bcak\Dino MB (3).jpe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295400" y="228600"/>
              <a:ext cx="6400800" cy="6400800"/>
            </a:xfrm>
            <a:prstGeom prst="rect">
              <a:avLst/>
            </a:prstGeom>
            <a:noFill/>
          </p:spPr>
        </p:pic>
        <p:pic>
          <p:nvPicPr>
            <p:cNvPr id="3" name="Picture 3" descr="D:\decor living\Decor living logo\logo.jp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638800" y="228600"/>
              <a:ext cx="1981200" cy="1066800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295400" y="228600"/>
            <a:ext cx="6400800" cy="6400800"/>
            <a:chOff x="1295400" y="228600"/>
            <a:chExt cx="6400800" cy="6400800"/>
          </a:xfrm>
        </p:grpSpPr>
        <p:pic>
          <p:nvPicPr>
            <p:cNvPr id="3074" name="Picture 2" descr="D:\decor living\Listed Product Images\Dino Medium Bcak\Dino MB (4).jpe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295400" y="228600"/>
              <a:ext cx="6400800" cy="6400800"/>
            </a:xfrm>
            <a:prstGeom prst="rect">
              <a:avLst/>
            </a:prstGeom>
            <a:noFill/>
          </p:spPr>
        </p:pic>
        <p:pic>
          <p:nvPicPr>
            <p:cNvPr id="3" name="Picture 3" descr="D:\decor living\Decor living logo\logo.jp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638800" y="228600"/>
              <a:ext cx="1981200" cy="1066800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371600" y="228600"/>
            <a:ext cx="6400800" cy="6400800"/>
            <a:chOff x="1371600" y="228600"/>
            <a:chExt cx="6400800" cy="6400800"/>
          </a:xfrm>
        </p:grpSpPr>
        <p:pic>
          <p:nvPicPr>
            <p:cNvPr id="4098" name="Picture 2" descr="D:\decor living\Listed Product Images\Dino Medium Bcak\Dino MB (5).jpe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371600" y="228600"/>
              <a:ext cx="6400800" cy="6400800"/>
            </a:xfrm>
            <a:prstGeom prst="rect">
              <a:avLst/>
            </a:prstGeom>
            <a:noFill/>
          </p:spPr>
        </p:pic>
        <p:pic>
          <p:nvPicPr>
            <p:cNvPr id="3" name="Picture 3" descr="D:\decor living\Decor living logo\logo.jp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715001" y="228600"/>
              <a:ext cx="1981200" cy="1066800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295400" y="152400"/>
            <a:ext cx="6400800" cy="6477000"/>
            <a:chOff x="1295400" y="152400"/>
            <a:chExt cx="6400800" cy="6477000"/>
          </a:xfrm>
        </p:grpSpPr>
        <p:pic>
          <p:nvPicPr>
            <p:cNvPr id="5122" name="Picture 2" descr="D:\decor living\Listed Product Images\Dino Medium Bcak\Dino MB (6).jpe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295400" y="228600"/>
              <a:ext cx="6400800" cy="6400800"/>
            </a:xfrm>
            <a:prstGeom prst="rect">
              <a:avLst/>
            </a:prstGeom>
            <a:noFill/>
          </p:spPr>
        </p:pic>
        <p:pic>
          <p:nvPicPr>
            <p:cNvPr id="3" name="Picture 3" descr="D:\decor living\Decor living logo\logo.jp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638800" y="152400"/>
              <a:ext cx="1981200" cy="1025769"/>
            </a:xfrm>
            <a:prstGeom prst="rect">
              <a:avLst/>
            </a:prstGeom>
            <a:noFill/>
          </p:spPr>
        </p:pic>
        <p:pic>
          <p:nvPicPr>
            <p:cNvPr id="4" name="Picture 3" descr="D:\decor living\Decor living logo\logo.jp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295400" y="228600"/>
              <a:ext cx="849086" cy="457200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447800" y="228600"/>
            <a:ext cx="6400800" cy="6400800"/>
            <a:chOff x="1447800" y="228600"/>
            <a:chExt cx="6400800" cy="6400800"/>
          </a:xfrm>
        </p:grpSpPr>
        <p:pic>
          <p:nvPicPr>
            <p:cNvPr id="6146" name="Picture 2" descr="D:\decor living\Listed Product Images\Dino Medium Bcak\Dino MB (7).jpe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447800" y="228600"/>
              <a:ext cx="6400800" cy="6400800"/>
            </a:xfrm>
            <a:prstGeom prst="rect">
              <a:avLst/>
            </a:prstGeom>
            <a:noFill/>
          </p:spPr>
        </p:pic>
        <p:pic>
          <p:nvPicPr>
            <p:cNvPr id="3" name="Picture 3" descr="D:\decor living\Decor living logo\logo.jp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791200" y="228600"/>
              <a:ext cx="1981200" cy="1025769"/>
            </a:xfrm>
            <a:prstGeom prst="rect">
              <a:avLst/>
            </a:prstGeom>
            <a:noFill/>
          </p:spPr>
        </p:pic>
        <p:pic>
          <p:nvPicPr>
            <p:cNvPr id="4" name="Picture 3" descr="D:\decor living\Decor living logo\logo.jp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447800" y="228600"/>
              <a:ext cx="849086" cy="457200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1371600" y="152400"/>
            <a:ext cx="6400800" cy="6400800"/>
            <a:chOff x="1371600" y="152400"/>
            <a:chExt cx="6400800" cy="6400800"/>
          </a:xfrm>
        </p:grpSpPr>
        <p:pic>
          <p:nvPicPr>
            <p:cNvPr id="7170" name="Picture 2" descr="D:\decor living\Listed Product Images\Dino Medium Bcak\Dino MB.jpe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371600" y="152400"/>
              <a:ext cx="6400800" cy="6400800"/>
            </a:xfrm>
            <a:prstGeom prst="rect">
              <a:avLst/>
            </a:prstGeom>
            <a:noFill/>
          </p:spPr>
        </p:pic>
        <p:pic>
          <p:nvPicPr>
            <p:cNvPr id="7171" name="Picture 3" descr="D:\decor living\Decor living logo\logo.jp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715001" y="152400"/>
              <a:ext cx="1981200" cy="1066800"/>
            </a:xfrm>
            <a:prstGeom prst="rect">
              <a:avLst/>
            </a:prstGeom>
            <a:noFill/>
          </p:spPr>
        </p:pic>
        <p:pic>
          <p:nvPicPr>
            <p:cNvPr id="4" name="Picture 2" descr="D:\decor living\Listed Product Images\Dino Medium Bcak\Dino MB.jpe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371600" y="152400"/>
              <a:ext cx="6400800" cy="6400800"/>
            </a:xfrm>
            <a:prstGeom prst="rect">
              <a:avLst/>
            </a:prstGeom>
            <a:noFill/>
          </p:spPr>
        </p:pic>
        <p:pic>
          <p:nvPicPr>
            <p:cNvPr id="5" name="Picture 3" descr="D:\decor living\Decor living logo\logo.jp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715001" y="152400"/>
              <a:ext cx="1981200" cy="1066800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On-screen Show (4:3)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abcd</dc:creator>
  <cp:lastModifiedBy>abcd</cp:lastModifiedBy>
  <cp:revision>3</cp:revision>
  <dcterms:created xsi:type="dcterms:W3CDTF">2006-08-16T00:00:00Z</dcterms:created>
  <dcterms:modified xsi:type="dcterms:W3CDTF">2021-12-16T07:27:59Z</dcterms:modified>
</cp:coreProperties>
</file>