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15" autoAdjust="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06-Jan-22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371600" y="228600"/>
            <a:ext cx="6400800" cy="6400800"/>
            <a:chOff x="1371600" y="228600"/>
            <a:chExt cx="6400800" cy="6400800"/>
          </a:xfrm>
        </p:grpSpPr>
        <p:pic>
          <p:nvPicPr>
            <p:cNvPr id="7170" name="Picture 2" descr="D:\decor living\Listed Product Images\Dino High Back\Dino High Back (1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1371600" y="228600"/>
              <a:ext cx="1933575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524000" y="304800"/>
            <a:ext cx="6400800" cy="6400800"/>
            <a:chOff x="1524000" y="304800"/>
            <a:chExt cx="6400800" cy="6400800"/>
          </a:xfrm>
        </p:grpSpPr>
        <p:pic>
          <p:nvPicPr>
            <p:cNvPr id="1026" name="Picture 2" descr="D:\decor living\Listed Product Images\Dino High Back\Dino HB (1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5240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915025" y="304800"/>
              <a:ext cx="1933575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1533525" y="304800"/>
              <a:ext cx="8286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95400" y="304800"/>
            <a:ext cx="6400800" cy="6400800"/>
            <a:chOff x="1295400" y="304800"/>
            <a:chExt cx="6400800" cy="6400800"/>
          </a:xfrm>
        </p:grpSpPr>
        <p:pic>
          <p:nvPicPr>
            <p:cNvPr id="2050" name="Picture 2" descr="D:\decor living\Listed Product Images\Dino High Back\Dino HB (2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686425" y="304800"/>
              <a:ext cx="1933575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371600" y="304800"/>
            <a:ext cx="6400800" cy="6400800"/>
            <a:chOff x="1371600" y="304800"/>
            <a:chExt cx="6400800" cy="6400800"/>
          </a:xfrm>
        </p:grpSpPr>
        <p:pic>
          <p:nvPicPr>
            <p:cNvPr id="3074" name="Picture 2" descr="D:\decor living\Listed Product Images\Dino High Back\Dino HB (3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716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715000" y="304800"/>
              <a:ext cx="1933575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1371601" y="304800"/>
              <a:ext cx="838200" cy="462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295400" y="228600"/>
            <a:ext cx="6400800" cy="6400800"/>
            <a:chOff x="1295400" y="228600"/>
            <a:chExt cx="6400800" cy="6400800"/>
          </a:xfrm>
        </p:grpSpPr>
        <p:pic>
          <p:nvPicPr>
            <p:cNvPr id="4098" name="Picture 2" descr="D:\decor living\Listed Product Images\Dino High Back\Dino HB (4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954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638800" y="228600"/>
              <a:ext cx="1933575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447800" y="304800"/>
            <a:ext cx="6400800" cy="6400800"/>
            <a:chOff x="1447800" y="304800"/>
            <a:chExt cx="6400800" cy="6400800"/>
          </a:xfrm>
        </p:grpSpPr>
        <p:pic>
          <p:nvPicPr>
            <p:cNvPr id="5122" name="Picture 2" descr="D:\decor living\Listed Product Images\Dino High Back\Dino HB (5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47800" y="3048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791200" y="304800"/>
              <a:ext cx="1933575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3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1447801" y="304800"/>
              <a:ext cx="828676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447800" y="228600"/>
            <a:ext cx="6400800" cy="6400800"/>
            <a:chOff x="1447800" y="228600"/>
            <a:chExt cx="6400800" cy="6400800"/>
          </a:xfrm>
        </p:grpSpPr>
        <p:pic>
          <p:nvPicPr>
            <p:cNvPr id="6146" name="Picture 2" descr="D:\decor living\Listed Product Images\Dino High Back\Dino HB (6).jpe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47800" y="228600"/>
              <a:ext cx="6400800" cy="6400800"/>
            </a:xfrm>
            <a:prstGeom prst="rect">
              <a:avLst/>
            </a:prstGeom>
            <a:noFill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 l="35855" t="34525" r="35798" b="34523"/>
            <a:stretch/>
          </p:blipFill>
          <p:spPr bwMode="auto">
            <a:xfrm>
              <a:off x="5791200" y="228600"/>
              <a:ext cx="1933575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abcd</dc:creator>
  <cp:lastModifiedBy>abcd</cp:lastModifiedBy>
  <cp:revision>3</cp:revision>
  <dcterms:created xsi:type="dcterms:W3CDTF">2006-08-16T00:00:00Z</dcterms:created>
  <dcterms:modified xsi:type="dcterms:W3CDTF">2022-01-06T11:39:15Z</dcterms:modified>
</cp:coreProperties>
</file>