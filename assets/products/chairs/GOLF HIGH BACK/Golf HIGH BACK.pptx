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295400" y="152400"/>
            <a:ext cx="6400800" cy="6400800"/>
            <a:chOff x="1295400" y="152400"/>
            <a:chExt cx="6400800" cy="6400800"/>
          </a:xfrm>
        </p:grpSpPr>
        <p:pic>
          <p:nvPicPr>
            <p:cNvPr id="1032" name="Picture 8" descr="D:\decor living\Listed Product Images\GOLF HIGH BACK\GOLF HB (1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95400" y="1524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9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38800" y="152400"/>
              <a:ext cx="1981200" cy="11430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219200" y="304800"/>
            <a:ext cx="6400800" cy="6400800"/>
            <a:chOff x="1219200" y="304800"/>
            <a:chExt cx="6400800" cy="6400800"/>
          </a:xfrm>
        </p:grpSpPr>
        <p:pic>
          <p:nvPicPr>
            <p:cNvPr id="2050" name="Picture 2" descr="D:\decor living\Listed Product Images\GOLF HIGH BACK\GOLF HB (2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19200" y="3048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562600" y="304800"/>
              <a:ext cx="1981200" cy="11430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295400" y="228600"/>
            <a:ext cx="6400800" cy="6400800"/>
            <a:chOff x="1295400" y="228600"/>
            <a:chExt cx="6400800" cy="6400800"/>
          </a:xfrm>
        </p:grpSpPr>
        <p:pic>
          <p:nvPicPr>
            <p:cNvPr id="3074" name="Picture 2" descr="D:\decor living\Listed Product Images\GOLF HIGH BACK\GOLF HB (3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95400" y="2286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38800" y="228600"/>
              <a:ext cx="1981200" cy="11430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447800" y="304800"/>
            <a:ext cx="6400800" cy="6400800"/>
            <a:chOff x="1447800" y="304800"/>
            <a:chExt cx="6400800" cy="6400800"/>
          </a:xfrm>
        </p:grpSpPr>
        <p:pic>
          <p:nvPicPr>
            <p:cNvPr id="4098" name="Picture 2" descr="D:\decor living\Listed Product Images\GOLF HIGH BACK\GOLF HB (4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47800" y="3048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91200" y="304800"/>
              <a:ext cx="1981200" cy="1143000"/>
            </a:xfrm>
            <a:prstGeom prst="rect">
              <a:avLst/>
            </a:prstGeom>
            <a:noFill/>
          </p:spPr>
        </p:pic>
        <p:pic>
          <p:nvPicPr>
            <p:cNvPr id="4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47800" y="304800"/>
              <a:ext cx="838200" cy="483577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295400" y="152400"/>
            <a:ext cx="6400800" cy="6400800"/>
            <a:chOff x="1295400" y="152400"/>
            <a:chExt cx="6400800" cy="6400800"/>
          </a:xfrm>
        </p:grpSpPr>
        <p:pic>
          <p:nvPicPr>
            <p:cNvPr id="5122" name="Picture 2" descr="D:\decor living\Listed Product Images\GOLF HIGH BACK\GOLF HB (5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95400" y="1524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38800" y="152400"/>
              <a:ext cx="1981200" cy="1143000"/>
            </a:xfrm>
            <a:prstGeom prst="rect">
              <a:avLst/>
            </a:prstGeom>
            <a:noFill/>
          </p:spPr>
        </p:pic>
        <p:pic>
          <p:nvPicPr>
            <p:cNvPr id="4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95400" y="152400"/>
              <a:ext cx="792480" cy="4572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371600" y="152400"/>
            <a:ext cx="6400800" cy="6400800"/>
            <a:chOff x="1371600" y="152400"/>
            <a:chExt cx="6400800" cy="6400800"/>
          </a:xfrm>
        </p:grpSpPr>
        <p:pic>
          <p:nvPicPr>
            <p:cNvPr id="6146" name="Picture 2" descr="D:\decor living\Listed Product Images\GOLF HIGH BACK\GOLF HB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371600" y="1524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6147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15000" y="152400"/>
              <a:ext cx="1981200" cy="1143000"/>
            </a:xfrm>
            <a:prstGeom prst="rect">
              <a:avLst/>
            </a:prstGeom>
            <a:noFill/>
          </p:spPr>
        </p:pic>
        <p:pic>
          <p:nvPicPr>
            <p:cNvPr id="4" name="Picture 3" descr="D:\decor living\Decor living logo\logo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371600" y="152400"/>
              <a:ext cx="838200" cy="483577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abcd</dc:creator>
  <cp:lastModifiedBy>abcd</cp:lastModifiedBy>
  <cp:revision>3</cp:revision>
  <dcterms:created xsi:type="dcterms:W3CDTF">2006-08-16T00:00:00Z</dcterms:created>
  <dcterms:modified xsi:type="dcterms:W3CDTF">2021-12-16T08:20:38Z</dcterms:modified>
</cp:coreProperties>
</file>