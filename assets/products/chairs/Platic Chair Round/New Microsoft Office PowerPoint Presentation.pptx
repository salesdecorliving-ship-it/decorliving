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7" r:id="rId4"/>
    <p:sldId id="258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A045E-89ED-4259-A318-83A53D3B028C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4DE81-1157-4157-9DCD-8F384A59BE3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44DE81-1157-4157-9DCD-8F384A59BE3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828800" y="609600"/>
            <a:ext cx="5410200" cy="5257801"/>
            <a:chOff x="1828800" y="609600"/>
            <a:chExt cx="5410200" cy="5257801"/>
          </a:xfrm>
        </p:grpSpPr>
        <p:grpSp>
          <p:nvGrpSpPr>
            <p:cNvPr id="24" name="Group 23"/>
            <p:cNvGrpSpPr/>
            <p:nvPr/>
          </p:nvGrpSpPr>
          <p:grpSpPr>
            <a:xfrm>
              <a:off x="1828800" y="609600"/>
              <a:ext cx="5410200" cy="5257800"/>
              <a:chOff x="1828800" y="609600"/>
              <a:chExt cx="5410200" cy="5257800"/>
            </a:xfrm>
          </p:grpSpPr>
          <p:sp>
            <p:nvSpPr>
              <p:cNvPr id="16" name="Flowchart: Process 15"/>
              <p:cNvSpPr/>
              <p:nvPr/>
            </p:nvSpPr>
            <p:spPr>
              <a:xfrm>
                <a:off x="1828800" y="609600"/>
                <a:ext cx="5410200" cy="5257800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002">
                <a:schemeClr val="lt2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lowchart: Process 16"/>
              <p:cNvSpPr/>
              <p:nvPr/>
            </p:nvSpPr>
            <p:spPr>
              <a:xfrm>
                <a:off x="1969265" y="759823"/>
                <a:ext cx="5139560" cy="4957354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2824955" y="759823"/>
              <a:ext cx="4282281" cy="5107578"/>
              <a:chOff x="2743199" y="685800"/>
              <a:chExt cx="4953001" cy="5181601"/>
            </a:xfrm>
          </p:grpSpPr>
          <p:pic>
            <p:nvPicPr>
              <p:cNvPr id="20" name="Picture 2" descr="D:\decor living\Listed Product Images\Platic Chair Round\WhatsApp_Image_2022-04-10_at_1.57.20_PM-removebg-preview.png"/>
              <p:cNvPicPr>
                <a:picLocks noChangeAspect="1" noChangeArrowheads="1"/>
              </p:cNvPicPr>
              <p:nvPr/>
            </p:nvPicPr>
            <p:blipFill>
              <a:blip r:embed="rId2"/>
              <a:srcRect l="5080" t="23574" r="13636" b="21171"/>
              <a:stretch>
                <a:fillRect/>
              </a:stretch>
            </p:blipFill>
            <p:spPr bwMode="auto">
              <a:xfrm>
                <a:off x="2743199" y="1143001"/>
                <a:ext cx="3902765" cy="4724400"/>
              </a:xfrm>
              <a:prstGeom prst="rect">
                <a:avLst/>
              </a:prstGeom>
              <a:noFill/>
            </p:spPr>
          </p:pic>
          <p:pic>
            <p:nvPicPr>
              <p:cNvPr id="21" name="Picture 20" descr="D:\decor living\Decor living logo\logo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139543" y="685800"/>
                <a:ext cx="1556657" cy="838200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371600" y="609600"/>
            <a:ext cx="5410200" cy="5257800"/>
            <a:chOff x="1371600" y="609600"/>
            <a:chExt cx="5410200" cy="5257800"/>
          </a:xfrm>
        </p:grpSpPr>
        <p:sp>
          <p:nvSpPr>
            <p:cNvPr id="10" name="Flowchart: Process 9"/>
            <p:cNvSpPr/>
            <p:nvPr/>
          </p:nvSpPr>
          <p:spPr>
            <a:xfrm>
              <a:off x="1371600" y="609600"/>
              <a:ext cx="54102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Process 10"/>
            <p:cNvSpPr/>
            <p:nvPr/>
          </p:nvSpPr>
          <p:spPr>
            <a:xfrm>
              <a:off x="1489840" y="762000"/>
              <a:ext cx="5139560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2133600" y="990600"/>
              <a:ext cx="4076700" cy="4805485"/>
              <a:chOff x="1943100" y="1066800"/>
              <a:chExt cx="4076700" cy="4805485"/>
            </a:xfrm>
          </p:grpSpPr>
          <p:pic>
            <p:nvPicPr>
              <p:cNvPr id="14" name="Picture 2" descr="D:\decor living\Listed Product Images\Platic Chair Round\WhatsApp_Image_2022-04-10_at_1.57.20_PM-removebg-preview.png"/>
              <p:cNvPicPr>
                <a:picLocks noChangeAspect="1" noChangeArrowheads="1"/>
              </p:cNvPicPr>
              <p:nvPr/>
            </p:nvPicPr>
            <p:blipFill>
              <a:blip r:embed="rId2"/>
              <a:srcRect l="5080" t="23574" r="13636" b="21171"/>
              <a:stretch>
                <a:fillRect/>
              </a:stretch>
            </p:blipFill>
            <p:spPr bwMode="auto">
              <a:xfrm>
                <a:off x="1943100" y="1066800"/>
                <a:ext cx="1866900" cy="2443285"/>
              </a:xfrm>
              <a:prstGeom prst="rect">
                <a:avLst/>
              </a:prstGeom>
              <a:noFill/>
            </p:spPr>
          </p:pic>
          <p:pic>
            <p:nvPicPr>
              <p:cNvPr id="15" name="Picture 2" descr="D:\decor living\Listed Product Images\Platic Chair Round\WhatsApp_Image_2022-04-10_at_1.57.20_PM-removebg-preview.png"/>
              <p:cNvPicPr>
                <a:picLocks noChangeAspect="1" noChangeArrowheads="1"/>
              </p:cNvPicPr>
              <p:nvPr/>
            </p:nvPicPr>
            <p:blipFill>
              <a:blip r:embed="rId2"/>
              <a:srcRect l="5080" t="23574" r="13636" b="21171"/>
              <a:stretch>
                <a:fillRect/>
              </a:stretch>
            </p:blipFill>
            <p:spPr bwMode="auto">
              <a:xfrm>
                <a:off x="4114800" y="3429000"/>
                <a:ext cx="1866900" cy="2443285"/>
              </a:xfrm>
              <a:prstGeom prst="rect">
                <a:avLst/>
              </a:prstGeom>
              <a:noFill/>
            </p:spPr>
          </p:pic>
          <p:pic>
            <p:nvPicPr>
              <p:cNvPr id="16" name="Picture 2" descr="D:\decor living\Listed Product Images\Platic Chair Round\WhatsApp_Image_2022-04-10_at_1.57.20_PM-removebg-preview.png"/>
              <p:cNvPicPr>
                <a:picLocks noChangeAspect="1" noChangeArrowheads="1"/>
              </p:cNvPicPr>
              <p:nvPr/>
            </p:nvPicPr>
            <p:blipFill>
              <a:blip r:embed="rId2"/>
              <a:srcRect l="5080" t="23574" r="13636" b="21171"/>
              <a:stretch>
                <a:fillRect/>
              </a:stretch>
            </p:blipFill>
            <p:spPr bwMode="auto">
              <a:xfrm>
                <a:off x="1943100" y="3347915"/>
                <a:ext cx="1866900" cy="2443285"/>
              </a:xfrm>
              <a:prstGeom prst="rect">
                <a:avLst/>
              </a:prstGeom>
              <a:noFill/>
            </p:spPr>
          </p:pic>
          <p:pic>
            <p:nvPicPr>
              <p:cNvPr id="17" name="Picture 2" descr="D:\decor living\Listed Product Images\Platic Chair Round\WhatsApp_Image_2022-04-10_at_1.57.20_PM-removebg-preview.png"/>
              <p:cNvPicPr>
                <a:picLocks noChangeAspect="1" noChangeArrowheads="1"/>
              </p:cNvPicPr>
              <p:nvPr/>
            </p:nvPicPr>
            <p:blipFill>
              <a:blip r:embed="rId2"/>
              <a:srcRect l="5080" t="23574" r="13636" b="21171"/>
              <a:stretch>
                <a:fillRect/>
              </a:stretch>
            </p:blipFill>
            <p:spPr bwMode="auto">
              <a:xfrm>
                <a:off x="4152900" y="1066800"/>
                <a:ext cx="1866900" cy="2443285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828800" y="533400"/>
            <a:ext cx="5867400" cy="5257800"/>
            <a:chOff x="1828800" y="533400"/>
            <a:chExt cx="5867400" cy="5257800"/>
          </a:xfrm>
        </p:grpSpPr>
        <p:sp>
          <p:nvSpPr>
            <p:cNvPr id="6" name="Flowchart: Process 5"/>
            <p:cNvSpPr/>
            <p:nvPr/>
          </p:nvSpPr>
          <p:spPr>
            <a:xfrm>
              <a:off x="1828800" y="533400"/>
              <a:ext cx="58674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1981200" y="685800"/>
              <a:ext cx="5603875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2" descr="D:\decor living\Listed Product Images\Platic Chair Round\WhatsApp_Image_2022-04-10_at_1.57.21_PM__1_-removebg-preview.png"/>
            <p:cNvPicPr>
              <a:picLocks noChangeAspect="1" noChangeArrowheads="1"/>
            </p:cNvPicPr>
            <p:nvPr/>
          </p:nvPicPr>
          <p:blipFill>
            <a:blip r:embed="rId3"/>
            <a:srcRect l="13271" t="5872" r="19595" b="-2040"/>
            <a:stretch>
              <a:fillRect/>
            </a:stretch>
          </p:blipFill>
          <p:spPr bwMode="auto">
            <a:xfrm rot="205150">
              <a:off x="2160968" y="1761138"/>
              <a:ext cx="5505518" cy="3637455"/>
            </a:xfrm>
            <a:prstGeom prst="rect">
              <a:avLst/>
            </a:prstGeom>
            <a:noFill/>
          </p:spPr>
        </p:pic>
        <p:pic>
          <p:nvPicPr>
            <p:cNvPr id="10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19800" y="685800"/>
              <a:ext cx="1556657" cy="838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524000" y="609600"/>
            <a:ext cx="5334000" cy="5257800"/>
            <a:chOff x="1524000" y="609600"/>
            <a:chExt cx="5334000" cy="5257800"/>
          </a:xfrm>
        </p:grpSpPr>
        <p:grpSp>
          <p:nvGrpSpPr>
            <p:cNvPr id="27" name="Group 26"/>
            <p:cNvGrpSpPr/>
            <p:nvPr/>
          </p:nvGrpSpPr>
          <p:grpSpPr>
            <a:xfrm>
              <a:off x="1524000" y="609600"/>
              <a:ext cx="5334000" cy="5257800"/>
              <a:chOff x="990600" y="609600"/>
              <a:chExt cx="5867400" cy="5257800"/>
            </a:xfrm>
          </p:grpSpPr>
          <p:sp>
            <p:nvSpPr>
              <p:cNvPr id="25" name="Flowchart: Process 24"/>
              <p:cNvSpPr/>
              <p:nvPr/>
            </p:nvSpPr>
            <p:spPr>
              <a:xfrm>
                <a:off x="990600" y="609600"/>
                <a:ext cx="5867400" cy="5257800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002">
                <a:schemeClr val="lt2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lowchart: Process 25"/>
              <p:cNvSpPr/>
              <p:nvPr/>
            </p:nvSpPr>
            <p:spPr>
              <a:xfrm>
                <a:off x="1143000" y="762000"/>
                <a:ext cx="5603875" cy="4957354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2362200" y="762000"/>
              <a:ext cx="4448175" cy="4953000"/>
              <a:chOff x="2333625" y="609600"/>
              <a:chExt cx="4448175" cy="4953000"/>
            </a:xfrm>
          </p:grpSpPr>
          <p:grpSp>
            <p:nvGrpSpPr>
              <p:cNvPr id="29" name="Group 20"/>
              <p:cNvGrpSpPr/>
              <p:nvPr/>
            </p:nvGrpSpPr>
            <p:grpSpPr>
              <a:xfrm>
                <a:off x="2333625" y="1600200"/>
                <a:ext cx="3276600" cy="3962400"/>
                <a:chOff x="2333625" y="1600200"/>
                <a:chExt cx="3276600" cy="3962400"/>
              </a:xfrm>
            </p:grpSpPr>
            <p:pic>
              <p:nvPicPr>
                <p:cNvPr id="32" name="Picture 2" descr="D:\decor living\Listed Product Images\Platic Chair Round\WhatsApp_Image_2022-04-10_at_1.57.21_PM__2_-removebg-preview.png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 t="14150" r="-1475" b="33605"/>
                <a:stretch>
                  <a:fillRect/>
                </a:stretch>
              </p:blipFill>
              <p:spPr bwMode="auto">
                <a:xfrm>
                  <a:off x="2333625" y="1905000"/>
                  <a:ext cx="3276600" cy="3657600"/>
                </a:xfrm>
                <a:prstGeom prst="rect">
                  <a:avLst/>
                </a:prstGeom>
                <a:noFill/>
              </p:spPr>
            </p:pic>
            <p:cxnSp>
              <p:nvCxnSpPr>
                <p:cNvPr id="33" name="Straight Connector 32"/>
                <p:cNvCxnSpPr/>
                <p:nvPr/>
              </p:nvCxnSpPr>
              <p:spPr>
                <a:xfrm>
                  <a:off x="2667000" y="1828800"/>
                  <a:ext cx="2894738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5400000">
                  <a:off x="5372531" y="1866469"/>
                  <a:ext cx="381000" cy="862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5400000">
                  <a:off x="2476931" y="1790269"/>
                  <a:ext cx="381000" cy="862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Oval 29"/>
              <p:cNvSpPr/>
              <p:nvPr/>
            </p:nvSpPr>
            <p:spPr>
              <a:xfrm>
                <a:off x="3733800" y="1219200"/>
                <a:ext cx="685800" cy="457200"/>
              </a:xfrm>
              <a:prstGeom prst="ellipse">
                <a:avLst/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58 CM</a:t>
                </a:r>
                <a:endParaRPr lang="en-US" sz="1400" dirty="0"/>
              </a:p>
            </p:txBody>
          </p:sp>
          <p:pic>
            <p:nvPicPr>
              <p:cNvPr id="31" name="Picture 3" descr="D:\decor living\Decor living logo\logo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225143" y="609600"/>
                <a:ext cx="1556657" cy="838200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905000" y="686007"/>
            <a:ext cx="5410200" cy="5264953"/>
            <a:chOff x="1905000" y="685800"/>
            <a:chExt cx="5410200" cy="5257800"/>
          </a:xfrm>
        </p:grpSpPr>
        <p:grpSp>
          <p:nvGrpSpPr>
            <p:cNvPr id="4" name="Group 3"/>
            <p:cNvGrpSpPr/>
            <p:nvPr/>
          </p:nvGrpSpPr>
          <p:grpSpPr>
            <a:xfrm>
              <a:off x="1905000" y="685800"/>
              <a:ext cx="5410200" cy="5257800"/>
              <a:chOff x="1828800" y="609600"/>
              <a:chExt cx="5410200" cy="5257800"/>
            </a:xfrm>
          </p:grpSpPr>
          <p:sp>
            <p:nvSpPr>
              <p:cNvPr id="5" name="Flowchart: Process 4"/>
              <p:cNvSpPr/>
              <p:nvPr/>
            </p:nvSpPr>
            <p:spPr>
              <a:xfrm>
                <a:off x="1828800" y="609600"/>
                <a:ext cx="5410200" cy="5257800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002">
                <a:schemeClr val="lt2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lowchart: Process 5"/>
              <p:cNvSpPr/>
              <p:nvPr/>
            </p:nvSpPr>
            <p:spPr>
              <a:xfrm>
                <a:off x="1969265" y="759823"/>
                <a:ext cx="5139560" cy="4957354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2819400" y="838200"/>
              <a:ext cx="4376057" cy="4717568"/>
              <a:chOff x="5838825" y="695324"/>
              <a:chExt cx="4376057" cy="4717568"/>
            </a:xfrm>
          </p:grpSpPr>
          <p:pic>
            <p:nvPicPr>
              <p:cNvPr id="9" name="Picture 2" descr="D:\decor living\Listed Product Images\Platic Chair Round\WhatsApp_Image_2022-04-10_at_1.57.22_PM__1_-removebg-preview.png"/>
              <p:cNvPicPr>
                <a:picLocks noChangeAspect="1" noChangeArrowheads="1"/>
              </p:cNvPicPr>
              <p:nvPr/>
            </p:nvPicPr>
            <p:blipFill>
              <a:blip r:embed="rId2"/>
              <a:srcRect t="19565" b="28261"/>
              <a:stretch>
                <a:fillRect/>
              </a:stretch>
            </p:blipFill>
            <p:spPr bwMode="auto">
              <a:xfrm>
                <a:off x="5838825" y="1760261"/>
                <a:ext cx="3228975" cy="3652631"/>
              </a:xfrm>
              <a:prstGeom prst="rect">
                <a:avLst/>
              </a:prstGeom>
              <a:noFill/>
            </p:spPr>
          </p:pic>
          <p:pic>
            <p:nvPicPr>
              <p:cNvPr id="10" name="Picture 3" descr="D:\decor living\Decor living logo\logo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658225" y="695324"/>
                <a:ext cx="1556657" cy="838200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/>
        </p:nvGrpSpPr>
        <p:grpSpPr>
          <a:xfrm>
            <a:off x="838200" y="533400"/>
            <a:ext cx="5410200" cy="5257800"/>
            <a:chOff x="838200" y="533400"/>
            <a:chExt cx="5410200" cy="5257800"/>
          </a:xfrm>
        </p:grpSpPr>
        <p:sp>
          <p:nvSpPr>
            <p:cNvPr id="24" name="Flowchart: Process 23"/>
            <p:cNvSpPr/>
            <p:nvPr/>
          </p:nvSpPr>
          <p:spPr>
            <a:xfrm>
              <a:off x="838200" y="533400"/>
              <a:ext cx="54102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lowchart: Process 24"/>
            <p:cNvSpPr/>
            <p:nvPr/>
          </p:nvSpPr>
          <p:spPr>
            <a:xfrm>
              <a:off x="990600" y="685800"/>
              <a:ext cx="5139560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" descr="D:\decor living\Listed Product Images\Platic Chair Round\WhatsApp_Image_2022-04-10_at_1.57.23_PM__1_-removebg-preview.png"/>
            <p:cNvPicPr>
              <a:picLocks noChangeAspect="1" noChangeArrowheads="1"/>
            </p:cNvPicPr>
            <p:nvPr/>
          </p:nvPicPr>
          <p:blipFill>
            <a:blip r:embed="rId2"/>
            <a:srcRect t="15170" r="442" b="26054"/>
            <a:stretch>
              <a:fillRect/>
            </a:stretch>
          </p:blipFill>
          <p:spPr bwMode="auto">
            <a:xfrm>
              <a:off x="1814513" y="1219200"/>
              <a:ext cx="3214687" cy="4114800"/>
            </a:xfrm>
            <a:prstGeom prst="rect">
              <a:avLst/>
            </a:prstGeom>
            <a:noFill/>
          </p:spPr>
        </p:pic>
        <p:grpSp>
          <p:nvGrpSpPr>
            <p:cNvPr id="28" name="Group 11"/>
            <p:cNvGrpSpPr/>
            <p:nvPr/>
          </p:nvGrpSpPr>
          <p:grpSpPr>
            <a:xfrm>
              <a:off x="2361406" y="4800600"/>
              <a:ext cx="2439194" cy="762000"/>
              <a:chOff x="3429000" y="457200"/>
              <a:chExt cx="2439194" cy="762000"/>
            </a:xfrm>
          </p:grpSpPr>
          <p:grpSp>
            <p:nvGrpSpPr>
              <p:cNvPr id="30" name="Group 9"/>
              <p:cNvGrpSpPr/>
              <p:nvPr/>
            </p:nvGrpSpPr>
            <p:grpSpPr>
              <a:xfrm>
                <a:off x="3429000" y="457200"/>
                <a:ext cx="2439194" cy="381000"/>
                <a:chOff x="3429000" y="4572000"/>
                <a:chExt cx="2439194" cy="381000"/>
              </a:xfrm>
            </p:grpSpPr>
            <p:cxnSp>
              <p:nvCxnSpPr>
                <p:cNvPr id="32" name="Straight Connector 31"/>
                <p:cNvCxnSpPr/>
                <p:nvPr/>
              </p:nvCxnSpPr>
              <p:spPr>
                <a:xfrm>
                  <a:off x="3429000" y="4724400"/>
                  <a:ext cx="24384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"/>
                <p:cNvCxnSpPr/>
                <p:nvPr/>
              </p:nvCxnSpPr>
              <p:spPr>
                <a:xfrm rot="5400000">
                  <a:off x="3238897" y="47621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4"/>
                <p:cNvCxnSpPr/>
                <p:nvPr/>
              </p:nvCxnSpPr>
              <p:spPr>
                <a:xfrm rot="5400000">
                  <a:off x="5677297" y="47621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Oval 5"/>
              <p:cNvSpPr/>
              <p:nvPr/>
            </p:nvSpPr>
            <p:spPr>
              <a:xfrm>
                <a:off x="4267200" y="762000"/>
                <a:ext cx="685800" cy="457200"/>
              </a:xfrm>
              <a:prstGeom prst="ellipse">
                <a:avLst/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51</a:t>
                </a:r>
              </a:p>
              <a:p>
                <a:pPr algn="ctr"/>
                <a:r>
                  <a:rPr lang="en-US" sz="1400" dirty="0" smtClean="0"/>
                  <a:t>CM   </a:t>
                </a:r>
                <a:endParaRPr lang="en-US" sz="1400" dirty="0"/>
              </a:p>
            </p:txBody>
          </p:sp>
        </p:grpSp>
        <p:pic>
          <p:nvPicPr>
            <p:cNvPr id="29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0" y="685800"/>
              <a:ext cx="1556657" cy="838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/>
        </p:nvGrpSpPr>
        <p:grpSpPr>
          <a:xfrm>
            <a:off x="1295400" y="609600"/>
            <a:ext cx="5410200" cy="5257800"/>
            <a:chOff x="1295400" y="609600"/>
            <a:chExt cx="5410200" cy="5257800"/>
          </a:xfrm>
        </p:grpSpPr>
        <p:sp>
          <p:nvSpPr>
            <p:cNvPr id="42" name="Flowchart: Process 41"/>
            <p:cNvSpPr/>
            <p:nvPr/>
          </p:nvSpPr>
          <p:spPr>
            <a:xfrm>
              <a:off x="1295400" y="609600"/>
              <a:ext cx="54102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lowchart: Process 42"/>
            <p:cNvSpPr/>
            <p:nvPr/>
          </p:nvSpPr>
          <p:spPr>
            <a:xfrm>
              <a:off x="1447800" y="762000"/>
              <a:ext cx="5139560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38"/>
            <p:cNvGrpSpPr/>
            <p:nvPr/>
          </p:nvGrpSpPr>
          <p:grpSpPr>
            <a:xfrm>
              <a:off x="1524000" y="1390135"/>
              <a:ext cx="4724400" cy="4324865"/>
              <a:chOff x="1600200" y="932180"/>
              <a:chExt cx="6096000" cy="5334000"/>
            </a:xfrm>
          </p:grpSpPr>
          <p:grpSp>
            <p:nvGrpSpPr>
              <p:cNvPr id="47" name="Group 36"/>
              <p:cNvGrpSpPr/>
              <p:nvPr/>
            </p:nvGrpSpPr>
            <p:grpSpPr>
              <a:xfrm>
                <a:off x="1600200" y="1379220"/>
                <a:ext cx="4424516" cy="4780280"/>
                <a:chOff x="1600200" y="1379220"/>
                <a:chExt cx="4424516" cy="4780280"/>
              </a:xfrm>
            </p:grpSpPr>
            <p:pic>
              <p:nvPicPr>
                <p:cNvPr id="49" name="Picture 2" descr="D:\decor living\Listed Product Images\Platic Chair Round\WhatsApp_Image_2022-04-10_at_1.57.23_PM-removebg-preview.png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 t="22857" r="885" b="22721"/>
                <a:stretch>
                  <a:fillRect/>
                </a:stretch>
              </p:blipFill>
              <p:spPr bwMode="auto">
                <a:xfrm>
                  <a:off x="2438400" y="2057400"/>
                  <a:ext cx="3200400" cy="3810000"/>
                </a:xfrm>
                <a:prstGeom prst="rect">
                  <a:avLst/>
                </a:prstGeom>
                <a:noFill/>
              </p:spPr>
            </p:pic>
            <p:sp>
              <p:nvSpPr>
                <p:cNvPr id="50" name="Rectangle 49"/>
                <p:cNvSpPr/>
                <p:nvPr/>
              </p:nvSpPr>
              <p:spPr>
                <a:xfrm>
                  <a:off x="5715000" y="4953000"/>
                  <a:ext cx="152400" cy="533400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/>
                <p:cNvSpPr/>
                <p:nvPr/>
              </p:nvSpPr>
              <p:spPr>
                <a:xfrm>
                  <a:off x="1600200" y="3505199"/>
                  <a:ext cx="786581" cy="599441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76 CM</a:t>
                  </a:r>
                  <a:endParaRPr lang="en-US" sz="1400" dirty="0"/>
                </a:p>
              </p:txBody>
            </p:sp>
            <p:grpSp>
              <p:nvGrpSpPr>
                <p:cNvPr id="52" name="Group 14"/>
                <p:cNvGrpSpPr/>
                <p:nvPr/>
              </p:nvGrpSpPr>
              <p:grpSpPr>
                <a:xfrm>
                  <a:off x="2190134" y="2319020"/>
                  <a:ext cx="609602" cy="3384799"/>
                  <a:chOff x="1514167" y="2244320"/>
                  <a:chExt cx="304801" cy="3538581"/>
                </a:xfrm>
              </p:grpSpPr>
              <p:cxnSp>
                <p:nvCxnSpPr>
                  <p:cNvPr id="64" name="Straight Connector 63"/>
                  <p:cNvCxnSpPr/>
                  <p:nvPr/>
                </p:nvCxnSpPr>
                <p:spPr>
                  <a:xfrm rot="16200000" flipH="1">
                    <a:off x="-90947" y="3996919"/>
                    <a:ext cx="3505199" cy="1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/>
                  <p:cNvCxnSpPr/>
                  <p:nvPr/>
                </p:nvCxnSpPr>
                <p:spPr>
                  <a:xfrm>
                    <a:off x="1514168" y="2244320"/>
                    <a:ext cx="304800" cy="1589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/>
                  <p:cNvCxnSpPr/>
                  <p:nvPr/>
                </p:nvCxnSpPr>
                <p:spPr>
                  <a:xfrm>
                    <a:off x="1514167" y="5781312"/>
                    <a:ext cx="304800" cy="1589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2819400" y="2057400"/>
                  <a:ext cx="17526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>
                  <a:off x="4572000" y="2057400"/>
                  <a:ext cx="990600" cy="6096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 rot="5400000">
                  <a:off x="2629297" y="20951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>
                <a:xfrm rot="5400000">
                  <a:off x="4381897" y="20951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 rot="5400000">
                  <a:off x="5372497" y="2704703"/>
                  <a:ext cx="381000" cy="79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>
                <a:xfrm rot="5400000">
                  <a:off x="4572000" y="4572000"/>
                  <a:ext cx="21336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>
                <a:xfrm>
                  <a:off x="5486400" y="3505200"/>
                  <a:ext cx="3048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>
                  <a:off x="5486400" y="5638800"/>
                  <a:ext cx="304800" cy="158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/>
                <p:cNvSpPr/>
                <p:nvPr/>
              </p:nvSpPr>
              <p:spPr>
                <a:xfrm>
                  <a:off x="3173361" y="1379220"/>
                  <a:ext cx="978310" cy="60706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58 CM</a:t>
                  </a:r>
                  <a:endParaRPr lang="en-US" sz="1400" dirty="0"/>
                </a:p>
              </p:txBody>
            </p:sp>
            <p:sp>
              <p:nvSpPr>
                <p:cNvPr id="62" name="Oval 61"/>
                <p:cNvSpPr/>
                <p:nvPr/>
              </p:nvSpPr>
              <p:spPr>
                <a:xfrm>
                  <a:off x="5073445" y="1661160"/>
                  <a:ext cx="951271" cy="660401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51</a:t>
                  </a:r>
                </a:p>
                <a:p>
                  <a:pPr algn="ctr"/>
                  <a:r>
                    <a:rPr lang="en-US" sz="1400" dirty="0" smtClean="0"/>
                    <a:t>CM</a:t>
                  </a:r>
                  <a:endParaRPr lang="en-US" sz="1400" dirty="0"/>
                </a:p>
              </p:txBody>
            </p:sp>
            <p:sp>
              <p:nvSpPr>
                <p:cNvPr id="63" name="Oval 62"/>
                <p:cNvSpPr/>
                <p:nvPr/>
              </p:nvSpPr>
              <p:spPr>
                <a:xfrm>
                  <a:off x="4746523" y="5608320"/>
                  <a:ext cx="865239" cy="55118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47</a:t>
                  </a:r>
                </a:p>
                <a:p>
                  <a:pPr algn="ctr"/>
                  <a:r>
                    <a:rPr lang="en-US" sz="1400" dirty="0" smtClean="0"/>
                    <a:t>CM</a:t>
                  </a:r>
                  <a:endParaRPr lang="en-US" sz="1400" dirty="0"/>
                </a:p>
              </p:txBody>
            </p:sp>
          </p:grpSp>
          <p:pic>
            <p:nvPicPr>
              <p:cNvPr id="48" name="Picture 3"/>
              <p:cNvPicPr>
                <a:picLocks noChangeAspect="1" noChangeArrowheads="1"/>
              </p:cNvPicPr>
              <p:nvPr/>
            </p:nvPicPr>
            <p:blipFill>
              <a:blip r:embed="rId3"/>
              <a:srcRect l="39824" t="19792" r="51391" b="28125"/>
              <a:stretch>
                <a:fillRect/>
              </a:stretch>
            </p:blipFill>
            <p:spPr bwMode="auto">
              <a:xfrm>
                <a:off x="6096000" y="932180"/>
                <a:ext cx="1600200" cy="5334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67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47800" y="762000"/>
              <a:ext cx="1273628" cy="6858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13</Words>
  <Application>Microsoft Office PowerPoint</Application>
  <PresentationFormat>On-screen Show (4:3)</PresentationFormat>
  <Paragraphs>10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24</cp:revision>
  <dcterms:created xsi:type="dcterms:W3CDTF">2006-08-16T00:00:00Z</dcterms:created>
  <dcterms:modified xsi:type="dcterms:W3CDTF">2022-04-27T11:58:00Z</dcterms:modified>
</cp:coreProperties>
</file>