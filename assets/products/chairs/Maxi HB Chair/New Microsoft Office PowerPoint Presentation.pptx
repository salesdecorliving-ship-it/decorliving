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425700" y="0"/>
            <a:ext cx="4356100" cy="6599238"/>
            <a:chOff x="2425700" y="0"/>
            <a:chExt cx="4356100" cy="6599238"/>
          </a:xfrm>
        </p:grpSpPr>
        <p:pic>
          <p:nvPicPr>
            <p:cNvPr id="1026" name="Picture 2" descr="D:\decor living\Listed Product Images\Maxi HB Chair\Picture1.jpg"/>
            <p:cNvPicPr>
              <a:picLocks noChangeAspect="1" noChangeArrowheads="1"/>
            </p:cNvPicPr>
            <p:nvPr/>
          </p:nvPicPr>
          <p:blipFill>
            <a:blip r:embed="rId2"/>
            <a:srcRect t="-4081" r="-1517"/>
            <a:stretch>
              <a:fillRect/>
            </a:stretch>
          </p:blipFill>
          <p:spPr bwMode="auto">
            <a:xfrm>
              <a:off x="2425700" y="0"/>
              <a:ext cx="4356100" cy="6599238"/>
            </a:xfrm>
            <a:prstGeom prst="rect">
              <a:avLst/>
            </a:prstGeom>
            <a:noFill/>
          </p:spPr>
        </p:pic>
        <p:pic>
          <p:nvPicPr>
            <p:cNvPr id="3" name="Picture 2" descr="D:\decor living\Listed Product Images\Maxi HB Chair\Picture1.jpg"/>
            <p:cNvPicPr>
              <a:picLocks noChangeAspect="1" noChangeArrowheads="1"/>
            </p:cNvPicPr>
            <p:nvPr/>
          </p:nvPicPr>
          <p:blipFill>
            <a:blip r:embed="rId2"/>
            <a:srcRect l="64225" t="15148" r="-1517" b="68027"/>
            <a:stretch>
              <a:fillRect/>
            </a:stretch>
          </p:blipFill>
          <p:spPr bwMode="auto">
            <a:xfrm>
              <a:off x="5181600" y="152400"/>
              <a:ext cx="1600200" cy="1066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166938" y="0"/>
            <a:ext cx="4919662" cy="6653213"/>
            <a:chOff x="2166938" y="0"/>
            <a:chExt cx="4919662" cy="6653213"/>
          </a:xfrm>
        </p:grpSpPr>
        <p:pic>
          <p:nvPicPr>
            <p:cNvPr id="2050" name="Picture 2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166938" y="204788"/>
              <a:ext cx="4810125" cy="6448425"/>
            </a:xfrm>
            <a:prstGeom prst="rect">
              <a:avLst/>
            </a:prstGeom>
            <a:noFill/>
          </p:spPr>
        </p:pic>
        <p:pic>
          <p:nvPicPr>
            <p:cNvPr id="3" name="Picture 2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2"/>
            <a:srcRect l="62673" t="14549" r="2475" b="66544"/>
            <a:stretch>
              <a:fillRect/>
            </a:stretch>
          </p:blipFill>
          <p:spPr bwMode="auto">
            <a:xfrm>
              <a:off x="5410200" y="0"/>
              <a:ext cx="1676400" cy="1219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432050" y="0"/>
            <a:ext cx="5264150" cy="6858000"/>
            <a:chOff x="2432050" y="0"/>
            <a:chExt cx="5264150" cy="6858000"/>
          </a:xfrm>
        </p:grpSpPr>
        <p:pic>
          <p:nvPicPr>
            <p:cNvPr id="3074" name="Picture 2" descr="D:\decor living\Listed Product Images\Maxi HB Chair\Picture3.png"/>
            <p:cNvPicPr>
              <a:picLocks noChangeAspect="1" noChangeArrowheads="1"/>
            </p:cNvPicPr>
            <p:nvPr/>
          </p:nvPicPr>
          <p:blipFill>
            <a:blip r:embed="rId2"/>
            <a:srcRect r="23265" b="-919"/>
            <a:stretch>
              <a:fillRect/>
            </a:stretch>
          </p:blipFill>
          <p:spPr bwMode="auto">
            <a:xfrm>
              <a:off x="2432050" y="60325"/>
              <a:ext cx="3282950" cy="6797675"/>
            </a:xfrm>
            <a:prstGeom prst="rect">
              <a:avLst/>
            </a:prstGeom>
            <a:noFill/>
          </p:spPr>
        </p:pic>
        <p:pic>
          <p:nvPicPr>
            <p:cNvPr id="3075" name="Picture 3" descr="D:\decor living\Listed Product Images\Maxi HB Chair\Picture3.png"/>
            <p:cNvPicPr>
              <a:picLocks noChangeAspect="1" noChangeArrowheads="1"/>
            </p:cNvPicPr>
            <p:nvPr/>
          </p:nvPicPr>
          <p:blipFill>
            <a:blip r:embed="rId2"/>
            <a:srcRect l="73024" t="15838" r="7384" b="47961"/>
            <a:stretch>
              <a:fillRect/>
            </a:stretch>
          </p:blipFill>
          <p:spPr bwMode="auto">
            <a:xfrm rot="16200000">
              <a:off x="5981700" y="-723900"/>
              <a:ext cx="990600" cy="24384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925763" y="1487488"/>
            <a:ext cx="5532437" cy="4989512"/>
            <a:chOff x="2925763" y="1487488"/>
            <a:chExt cx="5532437" cy="4989512"/>
          </a:xfrm>
        </p:grpSpPr>
        <p:pic>
          <p:nvPicPr>
            <p:cNvPr id="4098" name="Picture 2" descr="D:\decor living\Listed Product Images\Maxi HB Chair\Picture4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25763" y="1487488"/>
              <a:ext cx="4357687" cy="3883025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3"/>
            <a:srcRect l="62673" t="14549" r="2475" b="66544"/>
            <a:stretch>
              <a:fillRect/>
            </a:stretch>
          </p:blipFill>
          <p:spPr bwMode="auto">
            <a:xfrm>
              <a:off x="5791200" y="4537364"/>
              <a:ext cx="2667000" cy="1939636"/>
            </a:xfrm>
            <a:prstGeom prst="rect">
              <a:avLst/>
            </a:prstGeom>
            <a:noFill/>
          </p:spPr>
        </p:pic>
        <p:pic>
          <p:nvPicPr>
            <p:cNvPr id="5" name="Picture 4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3"/>
            <a:srcRect l="62673" t="14549" r="2475" b="66544"/>
            <a:stretch>
              <a:fillRect/>
            </a:stretch>
          </p:blipFill>
          <p:spPr bwMode="auto">
            <a:xfrm>
              <a:off x="5791200" y="4419600"/>
              <a:ext cx="1676400" cy="1219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527300" y="0"/>
            <a:ext cx="4102100" cy="6719888"/>
            <a:chOff x="2527300" y="0"/>
            <a:chExt cx="4102100" cy="6719888"/>
          </a:xfrm>
        </p:grpSpPr>
        <p:pic>
          <p:nvPicPr>
            <p:cNvPr id="5122" name="Picture 2" descr="D:\decor living\Listed Product Images\Maxi HB Chair\Picture5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527300" y="136525"/>
              <a:ext cx="4089400" cy="6583363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3"/>
            <a:srcRect l="62673" t="14549" r="2475" b="66544"/>
            <a:stretch>
              <a:fillRect/>
            </a:stretch>
          </p:blipFill>
          <p:spPr bwMode="auto">
            <a:xfrm>
              <a:off x="4953000" y="0"/>
              <a:ext cx="1676400" cy="1219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47675" y="325438"/>
            <a:ext cx="8391525" cy="6227762"/>
            <a:chOff x="447675" y="325438"/>
            <a:chExt cx="8391525" cy="6227762"/>
          </a:xfrm>
        </p:grpSpPr>
        <p:pic>
          <p:nvPicPr>
            <p:cNvPr id="6146" name="Picture 2" descr="D:\decor living\Listed Product Images\Maxi HB Chair\Picture6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47675" y="325438"/>
              <a:ext cx="8247063" cy="6205537"/>
            </a:xfrm>
            <a:prstGeom prst="rect">
              <a:avLst/>
            </a:prstGeom>
            <a:noFill/>
          </p:spPr>
        </p:pic>
        <p:pic>
          <p:nvPicPr>
            <p:cNvPr id="3" name="Picture 2" descr="D:\decor living\Listed Product Images\Maxi HB Chair\Picture2.png"/>
            <p:cNvPicPr>
              <a:picLocks noChangeAspect="1" noChangeArrowheads="1"/>
            </p:cNvPicPr>
            <p:nvPr/>
          </p:nvPicPr>
          <p:blipFill>
            <a:blip r:embed="rId3"/>
            <a:srcRect l="62673" t="14549" r="2475" b="66544"/>
            <a:stretch>
              <a:fillRect/>
            </a:stretch>
          </p:blipFill>
          <p:spPr bwMode="auto">
            <a:xfrm>
              <a:off x="7162800" y="5334000"/>
              <a:ext cx="1676400" cy="1219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4</cp:revision>
  <dcterms:created xsi:type="dcterms:W3CDTF">2006-08-16T00:00:00Z</dcterms:created>
  <dcterms:modified xsi:type="dcterms:W3CDTF">2022-01-06T15:20:00Z</dcterms:modified>
</cp:coreProperties>
</file>