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B477F-2E15-4D78-8DC7-C4482308C2FA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FAD41-9596-42C4-B231-35E149C8AB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46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FFAD41-9596-42C4-B231-35E149C8AB5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FFAD41-9596-42C4-B231-35E149C8AB50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47800" y="381000"/>
            <a:ext cx="6400800" cy="6400800"/>
            <a:chOff x="1447800" y="304800"/>
            <a:chExt cx="6400800" cy="6400800"/>
          </a:xfrm>
        </p:grpSpPr>
        <p:pic>
          <p:nvPicPr>
            <p:cNvPr id="1026" name="Picture 2" descr="D:\decor living\Listed Product Images\ButterFly LB\Butterfly LB (1).jpe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3048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5715000" y="304800"/>
              <a:ext cx="2071686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1447800" y="457200"/>
            <a:ext cx="6400800" cy="6400800"/>
            <a:chOff x="1447800" y="533400"/>
            <a:chExt cx="6400800" cy="6400800"/>
          </a:xfrm>
        </p:grpSpPr>
        <p:pic>
          <p:nvPicPr>
            <p:cNvPr id="7" name="Picture 2" descr="D:\decor living\Listed Product Images\ButterFly LB\Butterfly LB (1).jpe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5334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8" name="Picture 7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5715000" y="533400"/>
              <a:ext cx="2071686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decor living\Listed Product Images\ButterFly LB\Butterfly LB (2)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304800"/>
            <a:ext cx="6400800" cy="6400800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55" t="34525" r="35798" b="34523"/>
          <a:stretch/>
        </p:blipFill>
        <p:spPr bwMode="auto">
          <a:xfrm>
            <a:off x="5791200" y="304799"/>
            <a:ext cx="1981200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55" t="34525" r="35798" b="34523"/>
          <a:stretch/>
        </p:blipFill>
        <p:spPr bwMode="auto">
          <a:xfrm>
            <a:off x="1447800" y="304800"/>
            <a:ext cx="838200" cy="462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524000" y="457199"/>
            <a:ext cx="6400800" cy="6400801"/>
            <a:chOff x="1524000" y="457199"/>
            <a:chExt cx="6400800" cy="6400801"/>
          </a:xfrm>
        </p:grpSpPr>
        <p:pic>
          <p:nvPicPr>
            <p:cNvPr id="3074" name="Picture 2" descr="D:\decor living\Listed Product Images\ButterFly LB\Butterfly LB (3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524000" y="4572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5867400" y="457199"/>
              <a:ext cx="1919286" cy="1058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371600" y="457200"/>
            <a:ext cx="6400800" cy="6400800"/>
            <a:chOff x="1371600" y="457200"/>
            <a:chExt cx="6400800" cy="6400800"/>
          </a:xfrm>
        </p:grpSpPr>
        <p:pic>
          <p:nvPicPr>
            <p:cNvPr id="4098" name="Picture 2" descr="D:\decor living\Listed Product Images\ButterFly LB\Butterfly LB (4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4572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4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5715000" y="457200"/>
              <a:ext cx="1981200" cy="1016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371600" y="381000"/>
            <a:ext cx="6400800" cy="6400800"/>
            <a:chOff x="1371600" y="381000"/>
            <a:chExt cx="6400800" cy="6400800"/>
          </a:xfrm>
        </p:grpSpPr>
        <p:pic>
          <p:nvPicPr>
            <p:cNvPr id="5122" name="Picture 2" descr="D:\decor living\Listed Product Images\ButterFly LB\Butterfly LB (5).jpe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71600" y="3810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5715000" y="381000"/>
              <a:ext cx="1981200" cy="1016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1371600" y="381000"/>
              <a:ext cx="838200" cy="430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On-screen Show (4:3)</PresentationFormat>
  <Paragraphs>2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Mehul Barnwal</cp:lastModifiedBy>
  <cp:revision>7</cp:revision>
  <dcterms:created xsi:type="dcterms:W3CDTF">2006-08-16T00:00:00Z</dcterms:created>
  <dcterms:modified xsi:type="dcterms:W3CDTF">2022-07-23T11:02:07Z</dcterms:modified>
</cp:coreProperties>
</file>