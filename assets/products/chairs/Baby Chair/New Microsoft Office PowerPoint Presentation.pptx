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8" r:id="rId4"/>
    <p:sldId id="263" r:id="rId5"/>
    <p:sldId id="264" r:id="rId6"/>
    <p:sldId id="265" r:id="rId7"/>
    <p:sldId id="266" r:id="rId8"/>
    <p:sldId id="258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A045E-89ED-4259-A318-83A53D3B028C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4DE81-1157-4157-9DCD-8F384A59BE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524000" y="609600"/>
            <a:ext cx="5410200" cy="5257800"/>
            <a:chOff x="1524000" y="609600"/>
            <a:chExt cx="5410200" cy="5257800"/>
          </a:xfrm>
        </p:grpSpPr>
        <p:grpSp>
          <p:nvGrpSpPr>
            <p:cNvPr id="24" name="Group 23"/>
            <p:cNvGrpSpPr/>
            <p:nvPr/>
          </p:nvGrpSpPr>
          <p:grpSpPr>
            <a:xfrm>
              <a:off x="1524000" y="609600"/>
              <a:ext cx="5410200" cy="5257800"/>
              <a:chOff x="1828800" y="609600"/>
              <a:chExt cx="5410200" cy="5257800"/>
            </a:xfrm>
          </p:grpSpPr>
          <p:sp>
            <p:nvSpPr>
              <p:cNvPr id="16" name="Flowchart: Process 15"/>
              <p:cNvSpPr/>
              <p:nvPr/>
            </p:nvSpPr>
            <p:spPr>
              <a:xfrm>
                <a:off x="1828800" y="6096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Process 16"/>
              <p:cNvSpPr/>
              <p:nvPr/>
            </p:nvSpPr>
            <p:spPr>
              <a:xfrm>
                <a:off x="1969265" y="759823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6" name="Picture 2" descr="D:\decor living\Listed Product Images\Baby Chair\baby_Chair___2_-removebg-preview.png"/>
            <p:cNvPicPr>
              <a:picLocks noChangeAspect="1" noChangeArrowheads="1"/>
            </p:cNvPicPr>
            <p:nvPr/>
          </p:nvPicPr>
          <p:blipFill>
            <a:blip r:embed="rId2"/>
            <a:srcRect l="11201" t="20884" r="14896" b="12565"/>
            <a:stretch>
              <a:fillRect/>
            </a:stretch>
          </p:blipFill>
          <p:spPr bwMode="auto">
            <a:xfrm>
              <a:off x="2743200" y="1752600"/>
              <a:ext cx="3048000" cy="36576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47800" y="838200"/>
            <a:ext cx="5410200" cy="5257800"/>
            <a:chOff x="1295400" y="609600"/>
            <a:chExt cx="5410200" cy="5257800"/>
          </a:xfrm>
        </p:grpSpPr>
        <p:sp>
          <p:nvSpPr>
            <p:cNvPr id="3" name="Flowchart: Process 2"/>
            <p:cNvSpPr/>
            <p:nvPr/>
          </p:nvSpPr>
          <p:spPr>
            <a:xfrm>
              <a:off x="12954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1447800" y="7620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38"/>
            <p:cNvGrpSpPr/>
            <p:nvPr/>
          </p:nvGrpSpPr>
          <p:grpSpPr>
            <a:xfrm>
              <a:off x="1524000" y="1390135"/>
              <a:ext cx="4724400" cy="4324865"/>
              <a:chOff x="1600200" y="932180"/>
              <a:chExt cx="6096000" cy="5334000"/>
            </a:xfrm>
          </p:grpSpPr>
          <p:grpSp>
            <p:nvGrpSpPr>
              <p:cNvPr id="7" name="Group 36"/>
              <p:cNvGrpSpPr/>
              <p:nvPr/>
            </p:nvGrpSpPr>
            <p:grpSpPr>
              <a:xfrm>
                <a:off x="1600200" y="1379220"/>
                <a:ext cx="4424516" cy="4780280"/>
                <a:chOff x="1600200" y="1379220"/>
                <a:chExt cx="4424516" cy="4780280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5715000" y="4953000"/>
                  <a:ext cx="152400" cy="5334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1600200" y="3505199"/>
                  <a:ext cx="786581" cy="59944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56 CM</a:t>
                  </a:r>
                  <a:endParaRPr lang="en-US" sz="1400" dirty="0"/>
                </a:p>
              </p:txBody>
            </p:sp>
            <p:grpSp>
              <p:nvGrpSpPr>
                <p:cNvPr id="11" name="Group 14"/>
                <p:cNvGrpSpPr/>
                <p:nvPr/>
              </p:nvGrpSpPr>
              <p:grpSpPr>
                <a:xfrm>
                  <a:off x="2190134" y="2319020"/>
                  <a:ext cx="609602" cy="3384799"/>
                  <a:chOff x="1514167" y="2244320"/>
                  <a:chExt cx="304801" cy="3538581"/>
                </a:xfrm>
              </p:grpSpPr>
              <p:cxnSp>
                <p:nvCxnSpPr>
                  <p:cNvPr id="23" name="Straight Connector 22"/>
                  <p:cNvCxnSpPr/>
                  <p:nvPr/>
                </p:nvCxnSpPr>
                <p:spPr>
                  <a:xfrm rot="16200000" flipH="1">
                    <a:off x="-90947" y="3996919"/>
                    <a:ext cx="3505199" cy="1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1514168" y="2244320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1514167" y="5781312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2819400" y="2057400"/>
                  <a:ext cx="1752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4572000" y="2057400"/>
                  <a:ext cx="990600" cy="6096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rot="5400000">
                  <a:off x="26292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rot="5400000">
                  <a:off x="43818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 rot="5400000">
                  <a:off x="5372497" y="27047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4572000" y="4572000"/>
                  <a:ext cx="2133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5486400" y="35052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5486400" y="56388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3173361" y="1379220"/>
                  <a:ext cx="978310" cy="60706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43 CM</a:t>
                  </a:r>
                  <a:endParaRPr lang="en-US" sz="1400" dirty="0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5073445" y="1661160"/>
                  <a:ext cx="951271" cy="66040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38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746523" y="5608320"/>
                  <a:ext cx="865239" cy="55118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31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</p:grpSp>
          <p:pic>
            <p:nvPicPr>
              <p:cNvPr id="8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 l="39824" t="19792" r="51391" b="28125"/>
              <a:stretch>
                <a:fillRect/>
              </a:stretch>
            </p:blipFill>
            <p:spPr bwMode="auto">
              <a:xfrm>
                <a:off x="6096000" y="932180"/>
                <a:ext cx="1600200" cy="5334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6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7800" y="762000"/>
              <a:ext cx="1273628" cy="685800"/>
            </a:xfrm>
            <a:prstGeom prst="rect">
              <a:avLst/>
            </a:prstGeom>
            <a:noFill/>
          </p:spPr>
        </p:pic>
      </p:grpSp>
      <p:pic>
        <p:nvPicPr>
          <p:cNvPr id="26" name="Picture 2" descr="D:\decor living\Listed Product Images\Baby Chair\WhatsApp_Image_2022-04-17_at_3.09.32_PM-removebg-preview.png"/>
          <p:cNvPicPr>
            <a:picLocks noChangeAspect="1" noChangeArrowheads="1"/>
          </p:cNvPicPr>
          <p:nvPr/>
        </p:nvPicPr>
        <p:blipFill>
          <a:blip r:embed="rId4"/>
          <a:srcRect t="18503" r="10325" b="27075"/>
          <a:stretch>
            <a:fillRect/>
          </a:stretch>
        </p:blipFill>
        <p:spPr bwMode="auto">
          <a:xfrm>
            <a:off x="2209800" y="2743200"/>
            <a:ext cx="2194560" cy="28875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1447800" y="838200"/>
            <a:ext cx="5410200" cy="5257800"/>
            <a:chOff x="1447800" y="838200"/>
            <a:chExt cx="5410200" cy="5257800"/>
          </a:xfrm>
        </p:grpSpPr>
        <p:grpSp>
          <p:nvGrpSpPr>
            <p:cNvPr id="2" name="Group 1"/>
            <p:cNvGrpSpPr/>
            <p:nvPr/>
          </p:nvGrpSpPr>
          <p:grpSpPr>
            <a:xfrm>
              <a:off x="1447800" y="838200"/>
              <a:ext cx="5410200" cy="5257800"/>
              <a:chOff x="1295400" y="609600"/>
              <a:chExt cx="5410200" cy="5257800"/>
            </a:xfrm>
          </p:grpSpPr>
          <p:sp>
            <p:nvSpPr>
              <p:cNvPr id="3" name="Flowchart: Process 2"/>
              <p:cNvSpPr/>
              <p:nvPr/>
            </p:nvSpPr>
            <p:spPr>
              <a:xfrm>
                <a:off x="1295400" y="6096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lowchart: Process 3"/>
              <p:cNvSpPr/>
              <p:nvPr/>
            </p:nvSpPr>
            <p:spPr>
              <a:xfrm>
                <a:off x="1447800" y="762000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38"/>
              <p:cNvGrpSpPr/>
              <p:nvPr/>
            </p:nvGrpSpPr>
            <p:grpSpPr>
              <a:xfrm>
                <a:off x="1524000" y="1390135"/>
                <a:ext cx="4724400" cy="4324865"/>
                <a:chOff x="1600200" y="932180"/>
                <a:chExt cx="6096000" cy="5334000"/>
              </a:xfrm>
            </p:grpSpPr>
            <p:grpSp>
              <p:nvGrpSpPr>
                <p:cNvPr id="7" name="Group 36"/>
                <p:cNvGrpSpPr/>
                <p:nvPr/>
              </p:nvGrpSpPr>
              <p:grpSpPr>
                <a:xfrm>
                  <a:off x="1600200" y="1379220"/>
                  <a:ext cx="4424516" cy="4780280"/>
                  <a:chOff x="1600200" y="1379220"/>
                  <a:chExt cx="4424516" cy="4780280"/>
                </a:xfrm>
              </p:grpSpPr>
              <p:sp>
                <p:nvSpPr>
                  <p:cNvPr id="9" name="Rectangle 8"/>
                  <p:cNvSpPr/>
                  <p:nvPr/>
                </p:nvSpPr>
                <p:spPr>
                  <a:xfrm>
                    <a:off x="5715000" y="4953000"/>
                    <a:ext cx="152400" cy="533400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Oval 9"/>
                  <p:cNvSpPr/>
                  <p:nvPr/>
                </p:nvSpPr>
                <p:spPr>
                  <a:xfrm>
                    <a:off x="1600200" y="3505199"/>
                    <a:ext cx="786581" cy="599441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/>
                      <a:t>56 CM</a:t>
                    </a:r>
                    <a:endParaRPr lang="en-US" sz="1400" dirty="0"/>
                  </a:p>
                </p:txBody>
              </p:sp>
              <p:grpSp>
                <p:nvGrpSpPr>
                  <p:cNvPr id="11" name="Group 14"/>
                  <p:cNvGrpSpPr/>
                  <p:nvPr/>
                </p:nvGrpSpPr>
                <p:grpSpPr>
                  <a:xfrm>
                    <a:off x="2190134" y="2319020"/>
                    <a:ext cx="609602" cy="3384799"/>
                    <a:chOff x="1514167" y="2244320"/>
                    <a:chExt cx="304801" cy="3538581"/>
                  </a:xfrm>
                </p:grpSpPr>
                <p:cxnSp>
                  <p:nvCxnSpPr>
                    <p:cNvPr id="23" name="Straight Connector 22"/>
                    <p:cNvCxnSpPr/>
                    <p:nvPr/>
                  </p:nvCxnSpPr>
                  <p:spPr>
                    <a:xfrm rot="16200000" flipH="1">
                      <a:off x="-90947" y="3996919"/>
                      <a:ext cx="3505199" cy="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2"/>
                    </a:lnRef>
                    <a:fillRef idx="0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/>
                    <p:cNvCxnSpPr/>
                    <p:nvPr/>
                  </p:nvCxnSpPr>
                  <p:spPr>
                    <a:xfrm>
                      <a:off x="1514168" y="2244320"/>
                      <a:ext cx="304800" cy="158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2"/>
                    </a:lnRef>
                    <a:fillRef idx="0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/>
                    <p:cNvCxnSpPr/>
                    <p:nvPr/>
                  </p:nvCxnSpPr>
                  <p:spPr>
                    <a:xfrm>
                      <a:off x="1514167" y="5781312"/>
                      <a:ext cx="304800" cy="158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2"/>
                    </a:lnRef>
                    <a:fillRef idx="0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2" name="Straight Connector 11"/>
                  <p:cNvCxnSpPr/>
                  <p:nvPr/>
                </p:nvCxnSpPr>
                <p:spPr>
                  <a:xfrm>
                    <a:off x="2993923" y="2037080"/>
                    <a:ext cx="17526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/>
                  <p:cNvCxnSpPr/>
                  <p:nvPr/>
                </p:nvCxnSpPr>
                <p:spPr>
                  <a:xfrm>
                    <a:off x="4746522" y="2085340"/>
                    <a:ext cx="990600" cy="609600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 rot="5400000">
                    <a:off x="2785819" y="2095103"/>
                    <a:ext cx="381000" cy="79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/>
                  <p:cNvCxnSpPr/>
                  <p:nvPr/>
                </p:nvCxnSpPr>
                <p:spPr>
                  <a:xfrm rot="5400000">
                    <a:off x="4555624" y="2095103"/>
                    <a:ext cx="381000" cy="79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5637174" y="2704703"/>
                    <a:ext cx="381000" cy="79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/>
                  <p:cNvCxnSpPr/>
                  <p:nvPr/>
                </p:nvCxnSpPr>
                <p:spPr>
                  <a:xfrm rot="5400000">
                    <a:off x="4368775" y="4418806"/>
                    <a:ext cx="2133600" cy="1588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>
                    <a:off x="5326626" y="3352800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/>
                  <p:nvPr/>
                </p:nvCxnSpPr>
                <p:spPr>
                  <a:xfrm>
                    <a:off x="5326626" y="5514340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Oval 19"/>
                  <p:cNvSpPr/>
                  <p:nvPr/>
                </p:nvSpPr>
                <p:spPr>
                  <a:xfrm>
                    <a:off x="3173361" y="1379220"/>
                    <a:ext cx="978310" cy="607060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/>
                      <a:t>43 CM</a:t>
                    </a:r>
                    <a:endParaRPr lang="en-US" sz="1400" dirty="0"/>
                  </a:p>
                </p:txBody>
              </p:sp>
              <p:sp>
                <p:nvSpPr>
                  <p:cNvPr id="21" name="Oval 20"/>
                  <p:cNvSpPr/>
                  <p:nvPr/>
                </p:nvSpPr>
                <p:spPr>
                  <a:xfrm>
                    <a:off x="5073445" y="1661160"/>
                    <a:ext cx="951271" cy="660401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/>
                      <a:t>38</a:t>
                    </a:r>
                  </a:p>
                  <a:p>
                    <a:pPr algn="ctr"/>
                    <a:r>
                      <a:rPr lang="en-US" sz="1400" dirty="0" smtClean="0"/>
                      <a:t>CM</a:t>
                    </a:r>
                    <a:endParaRPr lang="en-US" sz="1400" dirty="0"/>
                  </a:p>
                </p:txBody>
              </p:sp>
              <p:sp>
                <p:nvSpPr>
                  <p:cNvPr id="22" name="Oval 21"/>
                  <p:cNvSpPr/>
                  <p:nvPr/>
                </p:nvSpPr>
                <p:spPr>
                  <a:xfrm>
                    <a:off x="4766187" y="5608320"/>
                    <a:ext cx="865239" cy="551180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/>
                      <a:t>31</a:t>
                    </a:r>
                  </a:p>
                  <a:p>
                    <a:pPr algn="ctr"/>
                    <a:r>
                      <a:rPr lang="en-US" sz="1400" dirty="0" smtClean="0"/>
                      <a:t>CM</a:t>
                    </a:r>
                    <a:endParaRPr lang="en-US" sz="1400" dirty="0"/>
                  </a:p>
                </p:txBody>
              </p:sp>
            </p:grpSp>
            <p:pic>
              <p:nvPicPr>
                <p:cNvPr id="8" name="Picture 3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39824" t="19792" r="51391" b="28125"/>
                <a:stretch>
                  <a:fillRect/>
                </a:stretch>
              </p:blipFill>
              <p:spPr bwMode="auto">
                <a:xfrm>
                  <a:off x="6096000" y="932180"/>
                  <a:ext cx="1600200" cy="5334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pic>
            <p:nvPicPr>
              <p:cNvPr id="6" name="Picture 3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447800" y="762000"/>
                <a:ext cx="1273628" cy="685800"/>
              </a:xfrm>
              <a:prstGeom prst="rect">
                <a:avLst/>
              </a:prstGeom>
              <a:noFill/>
            </p:spPr>
          </p:pic>
        </p:grpSp>
        <p:pic>
          <p:nvPicPr>
            <p:cNvPr id="26" name="Picture 2" descr="D:\decor living\Listed Product Images\Baby Chair\WhatsApp_Image_2022-04-17_at_3.09.31_PM__1_-removebg-preview.png"/>
            <p:cNvPicPr>
              <a:picLocks noChangeAspect="1" noChangeArrowheads="1"/>
            </p:cNvPicPr>
            <p:nvPr/>
          </p:nvPicPr>
          <p:blipFill>
            <a:blip r:embed="rId4"/>
            <a:srcRect t="23946" r="7965" b="27075"/>
            <a:stretch>
              <a:fillRect/>
            </a:stretch>
          </p:blipFill>
          <p:spPr bwMode="auto">
            <a:xfrm>
              <a:off x="2200656" y="2838157"/>
              <a:ext cx="2295144" cy="264824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609600"/>
            <a:ext cx="5410200" cy="5257800"/>
            <a:chOff x="1524000" y="609600"/>
            <a:chExt cx="5410200" cy="5257800"/>
          </a:xfrm>
        </p:grpSpPr>
        <p:sp>
          <p:nvSpPr>
            <p:cNvPr id="2" name="Flowchart: Process 1"/>
            <p:cNvSpPr/>
            <p:nvPr/>
          </p:nvSpPr>
          <p:spPr>
            <a:xfrm>
              <a:off x="15240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lowchart: Process 2"/>
            <p:cNvSpPr/>
            <p:nvPr/>
          </p:nvSpPr>
          <p:spPr>
            <a:xfrm>
              <a:off x="1664465" y="759823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D:\decor living\Listed Product Images\Baby Chair\WhatsApp_Image_2022-04-17_at_3.09.32_PM-removebg-preview.png"/>
            <p:cNvPicPr>
              <a:picLocks noChangeAspect="1" noChangeArrowheads="1"/>
            </p:cNvPicPr>
            <p:nvPr/>
          </p:nvPicPr>
          <p:blipFill>
            <a:blip r:embed="rId2"/>
            <a:srcRect t="18503" r="10325" b="27075"/>
            <a:stretch>
              <a:fillRect/>
            </a:stretch>
          </p:blipFill>
          <p:spPr bwMode="auto">
            <a:xfrm>
              <a:off x="2590800" y="1403684"/>
              <a:ext cx="3044952" cy="400651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981200" y="762000"/>
            <a:ext cx="5410200" cy="5257800"/>
            <a:chOff x="1981200" y="762000"/>
            <a:chExt cx="5410200" cy="5257800"/>
          </a:xfrm>
        </p:grpSpPr>
        <p:sp>
          <p:nvSpPr>
            <p:cNvPr id="3" name="Flowchart: Process 2"/>
            <p:cNvSpPr/>
            <p:nvPr/>
          </p:nvSpPr>
          <p:spPr>
            <a:xfrm>
              <a:off x="1981200" y="7620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2099440" y="910046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2" descr="D:\decor living\Listed Product Images\Baby Chair\WhatsApp_Image_2022-04-17_at_3.09.31_PM__2_-removebg-preview.png"/>
            <p:cNvPicPr>
              <a:picLocks noChangeAspect="1" noChangeArrowheads="1"/>
            </p:cNvPicPr>
            <p:nvPr/>
          </p:nvPicPr>
          <p:blipFill>
            <a:blip r:embed="rId2"/>
            <a:srcRect l="4720" t="13061" r="-1475" b="30340"/>
            <a:stretch>
              <a:fillRect/>
            </a:stretch>
          </p:blipFill>
          <p:spPr bwMode="auto">
            <a:xfrm>
              <a:off x="3203448" y="1828800"/>
              <a:ext cx="3044952" cy="386189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524000" y="609600"/>
            <a:ext cx="5410200" cy="5257800"/>
            <a:chOff x="1524000" y="609600"/>
            <a:chExt cx="5410200" cy="5257800"/>
          </a:xfrm>
        </p:grpSpPr>
        <p:sp>
          <p:nvSpPr>
            <p:cNvPr id="3" name="Flowchart: Process 2"/>
            <p:cNvSpPr/>
            <p:nvPr/>
          </p:nvSpPr>
          <p:spPr>
            <a:xfrm>
              <a:off x="15240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1664465" y="759823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74" name="Picture 2" descr="D:\decor living\Listed Product Images\Baby Chair\WhatsApp_Image_2022-04-17_at_3.09.31_PM__1_-removebg-preview.png"/>
            <p:cNvPicPr>
              <a:picLocks noChangeAspect="1" noChangeArrowheads="1"/>
            </p:cNvPicPr>
            <p:nvPr/>
          </p:nvPicPr>
          <p:blipFill>
            <a:blip r:embed="rId2"/>
            <a:srcRect t="23946" r="7965" b="27075"/>
            <a:stretch>
              <a:fillRect/>
            </a:stretch>
          </p:blipFill>
          <p:spPr bwMode="auto">
            <a:xfrm>
              <a:off x="2667000" y="1752600"/>
              <a:ext cx="3044952" cy="351340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Process 2"/>
          <p:cNvSpPr/>
          <p:nvPr/>
        </p:nvSpPr>
        <p:spPr>
          <a:xfrm>
            <a:off x="1524000" y="609600"/>
            <a:ext cx="5410200" cy="5257800"/>
          </a:xfrm>
          <a:prstGeom prst="flowChartProcess">
            <a:avLst/>
          </a:prstGeom>
        </p:spPr>
        <p:style>
          <a:lnRef idx="2">
            <a:schemeClr val="accent6"/>
          </a:lnRef>
          <a:fillRef idx="1002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Process 3"/>
          <p:cNvSpPr/>
          <p:nvPr/>
        </p:nvSpPr>
        <p:spPr>
          <a:xfrm>
            <a:off x="1664465" y="759823"/>
            <a:ext cx="5139560" cy="495735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 descr="D:\decor living\Listed Product Images\Baby Chair\WhatsApp_Image_2022-04-17_at_3.09.31_PM-removebg-preview.png"/>
          <p:cNvPicPr>
            <a:picLocks noChangeAspect="1" noChangeArrowheads="1"/>
          </p:cNvPicPr>
          <p:nvPr/>
        </p:nvPicPr>
        <p:blipFill>
          <a:blip r:embed="rId2"/>
          <a:srcRect t="24898" r="-3835" b="20680"/>
          <a:stretch>
            <a:fillRect/>
          </a:stretch>
        </p:blipFill>
        <p:spPr bwMode="auto">
          <a:xfrm>
            <a:off x="2822448" y="1873827"/>
            <a:ext cx="3044952" cy="34601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524000" y="609600"/>
            <a:ext cx="5334000" cy="5257800"/>
            <a:chOff x="2057400" y="609600"/>
            <a:chExt cx="5334000" cy="5257800"/>
          </a:xfrm>
        </p:grpSpPr>
        <p:grpSp>
          <p:nvGrpSpPr>
            <p:cNvPr id="36" name="Group 35"/>
            <p:cNvGrpSpPr/>
            <p:nvPr/>
          </p:nvGrpSpPr>
          <p:grpSpPr>
            <a:xfrm>
              <a:off x="2057400" y="609600"/>
              <a:ext cx="5334000" cy="5257800"/>
              <a:chOff x="1524000" y="609600"/>
              <a:chExt cx="5334000" cy="5257800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524000" y="609600"/>
                <a:ext cx="5334000" cy="5257800"/>
                <a:chOff x="990600" y="609600"/>
                <a:chExt cx="5867400" cy="5257800"/>
              </a:xfrm>
            </p:grpSpPr>
            <p:sp>
              <p:nvSpPr>
                <p:cNvPr id="25" name="Flowchart: Process 24"/>
                <p:cNvSpPr/>
                <p:nvPr/>
              </p:nvSpPr>
              <p:spPr>
                <a:xfrm>
                  <a:off x="990600" y="609600"/>
                  <a:ext cx="5867400" cy="5257800"/>
                </a:xfrm>
                <a:prstGeom prst="flowChartProcess">
                  <a:avLst/>
                </a:prstGeom>
              </p:spPr>
              <p:style>
                <a:lnRef idx="2">
                  <a:schemeClr val="accent6"/>
                </a:lnRef>
                <a:fillRef idx="1002">
                  <a:schemeClr val="lt2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lowchart: Process 25"/>
                <p:cNvSpPr/>
                <p:nvPr/>
              </p:nvSpPr>
              <p:spPr>
                <a:xfrm>
                  <a:off x="1143000" y="762000"/>
                  <a:ext cx="5603875" cy="4957354"/>
                </a:xfrm>
                <a:prstGeom prst="flowChartProcess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2695575" y="1371600"/>
                <a:ext cx="2896462" cy="838200"/>
                <a:chOff x="2667000" y="1219200"/>
                <a:chExt cx="2896462" cy="838200"/>
              </a:xfrm>
            </p:grpSpPr>
            <p:grpSp>
              <p:nvGrpSpPr>
                <p:cNvPr id="29" name="Group 20"/>
                <p:cNvGrpSpPr/>
                <p:nvPr/>
              </p:nvGrpSpPr>
              <p:grpSpPr>
                <a:xfrm>
                  <a:off x="2667000" y="1600200"/>
                  <a:ext cx="2896462" cy="457200"/>
                  <a:chOff x="2667000" y="1600200"/>
                  <a:chExt cx="2896462" cy="457200"/>
                </a:xfrm>
              </p:grpSpPr>
              <p:cxnSp>
                <p:nvCxnSpPr>
                  <p:cNvPr id="33" name="Straight Connector 32"/>
                  <p:cNvCxnSpPr/>
                  <p:nvPr/>
                </p:nvCxnSpPr>
                <p:spPr>
                  <a:xfrm>
                    <a:off x="2667000" y="1828800"/>
                    <a:ext cx="2894738" cy="1588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/>
                  <p:nvPr/>
                </p:nvCxnSpPr>
                <p:spPr>
                  <a:xfrm rot="5400000">
                    <a:off x="5372531" y="1866469"/>
                    <a:ext cx="381000" cy="862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/>
                  <p:cNvCxnSpPr/>
                  <p:nvPr/>
                </p:nvCxnSpPr>
                <p:spPr>
                  <a:xfrm rot="5400000">
                    <a:off x="2476931" y="1790269"/>
                    <a:ext cx="381000" cy="862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Oval 29"/>
                <p:cNvSpPr/>
                <p:nvPr/>
              </p:nvSpPr>
              <p:spPr>
                <a:xfrm>
                  <a:off x="3781425" y="1219200"/>
                  <a:ext cx="685800" cy="4572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43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</p:grpSp>
        </p:grpSp>
        <p:pic>
          <p:nvPicPr>
            <p:cNvPr id="4098" name="Picture 2" descr="D:\decor living\Listed Product Images\Baby Chair\baby_Chair___3_-removebg-preview.png"/>
            <p:cNvPicPr>
              <a:picLocks noChangeAspect="1" noChangeArrowheads="1"/>
            </p:cNvPicPr>
            <p:nvPr/>
          </p:nvPicPr>
          <p:blipFill>
            <a:blip r:embed="rId2"/>
            <a:srcRect l="22171" t="12478" r="16859" b="29290"/>
            <a:stretch>
              <a:fillRect/>
            </a:stretch>
          </p:blipFill>
          <p:spPr bwMode="auto">
            <a:xfrm>
              <a:off x="3505200" y="2286000"/>
              <a:ext cx="2514600" cy="32004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371600" y="533400"/>
            <a:ext cx="5410200" cy="5257800"/>
            <a:chOff x="838200" y="533400"/>
            <a:chExt cx="5410200" cy="5257800"/>
          </a:xfrm>
        </p:grpSpPr>
        <p:grpSp>
          <p:nvGrpSpPr>
            <p:cNvPr id="35" name="Group 34"/>
            <p:cNvGrpSpPr/>
            <p:nvPr/>
          </p:nvGrpSpPr>
          <p:grpSpPr>
            <a:xfrm>
              <a:off x="838200" y="533400"/>
              <a:ext cx="5410200" cy="5257800"/>
              <a:chOff x="838200" y="533400"/>
              <a:chExt cx="5410200" cy="5257800"/>
            </a:xfrm>
          </p:grpSpPr>
          <p:sp>
            <p:nvSpPr>
              <p:cNvPr id="24" name="Flowchart: Process 23"/>
              <p:cNvSpPr/>
              <p:nvPr/>
            </p:nvSpPr>
            <p:spPr>
              <a:xfrm>
                <a:off x="838200" y="5334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lowchart: Process 24"/>
              <p:cNvSpPr/>
              <p:nvPr/>
            </p:nvSpPr>
            <p:spPr>
              <a:xfrm>
                <a:off x="990600" y="685800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1"/>
              <p:cNvGrpSpPr/>
              <p:nvPr/>
            </p:nvGrpSpPr>
            <p:grpSpPr>
              <a:xfrm>
                <a:off x="2361406" y="4800600"/>
                <a:ext cx="2439194" cy="762000"/>
                <a:chOff x="3429000" y="457200"/>
                <a:chExt cx="2439194" cy="762000"/>
              </a:xfrm>
            </p:grpSpPr>
            <p:grpSp>
              <p:nvGrpSpPr>
                <p:cNvPr id="30" name="Group 9"/>
                <p:cNvGrpSpPr/>
                <p:nvPr/>
              </p:nvGrpSpPr>
              <p:grpSpPr>
                <a:xfrm>
                  <a:off x="3429000" y="457200"/>
                  <a:ext cx="2439194" cy="381000"/>
                  <a:chOff x="3429000" y="4572000"/>
                  <a:chExt cx="2439194" cy="381000"/>
                </a:xfrm>
              </p:grpSpPr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3429000" y="4724400"/>
                    <a:ext cx="2438400" cy="1588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"/>
                  <p:cNvCxnSpPr/>
                  <p:nvPr/>
                </p:nvCxnSpPr>
                <p:spPr>
                  <a:xfrm rot="5400000">
                    <a:off x="3238897" y="4762103"/>
                    <a:ext cx="381000" cy="79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4"/>
                  <p:cNvCxnSpPr/>
                  <p:nvPr/>
                </p:nvCxnSpPr>
                <p:spPr>
                  <a:xfrm rot="5400000">
                    <a:off x="5677297" y="4762103"/>
                    <a:ext cx="381000" cy="79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" name="Oval 5"/>
                <p:cNvSpPr/>
                <p:nvPr/>
              </p:nvSpPr>
              <p:spPr>
                <a:xfrm>
                  <a:off x="4267200" y="762000"/>
                  <a:ext cx="685800" cy="45720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38</a:t>
                  </a:r>
                </a:p>
                <a:p>
                  <a:pPr algn="ctr"/>
                  <a:r>
                    <a:rPr lang="en-US" sz="1400" dirty="0" smtClean="0"/>
                    <a:t>CM   </a:t>
                  </a:r>
                  <a:endParaRPr lang="en-US" sz="1400" dirty="0"/>
                </a:p>
              </p:txBody>
            </p:sp>
          </p:grpSp>
        </p:grpSp>
        <p:pic>
          <p:nvPicPr>
            <p:cNvPr id="3074" name="Picture 2" descr="D:\decor living\Listed Product Images\Baby Chair\baby_Chair___1_-removebg-preview.png"/>
            <p:cNvPicPr>
              <a:picLocks noChangeAspect="1" noChangeArrowheads="1"/>
            </p:cNvPicPr>
            <p:nvPr/>
          </p:nvPicPr>
          <p:blipFill>
            <a:blip r:embed="rId2"/>
            <a:srcRect l="24019" t="13865" r="11316" b="20970"/>
            <a:stretch>
              <a:fillRect/>
            </a:stretch>
          </p:blipFill>
          <p:spPr bwMode="auto">
            <a:xfrm>
              <a:off x="2209800" y="1143000"/>
              <a:ext cx="2667000" cy="35814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1905000" y="762000"/>
            <a:ext cx="5410200" cy="5257800"/>
            <a:chOff x="1295400" y="609600"/>
            <a:chExt cx="5410200" cy="5257800"/>
          </a:xfrm>
        </p:grpSpPr>
        <p:sp>
          <p:nvSpPr>
            <p:cNvPr id="42" name="Flowchart: Process 41"/>
            <p:cNvSpPr/>
            <p:nvPr/>
          </p:nvSpPr>
          <p:spPr>
            <a:xfrm>
              <a:off x="12954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447800" y="7620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38"/>
            <p:cNvGrpSpPr/>
            <p:nvPr/>
          </p:nvGrpSpPr>
          <p:grpSpPr>
            <a:xfrm>
              <a:off x="1524000" y="1390135"/>
              <a:ext cx="4724400" cy="4324865"/>
              <a:chOff x="1600200" y="932180"/>
              <a:chExt cx="6096000" cy="5334000"/>
            </a:xfrm>
          </p:grpSpPr>
          <p:grpSp>
            <p:nvGrpSpPr>
              <p:cNvPr id="47" name="Group 36"/>
              <p:cNvGrpSpPr/>
              <p:nvPr/>
            </p:nvGrpSpPr>
            <p:grpSpPr>
              <a:xfrm>
                <a:off x="1600200" y="1379220"/>
                <a:ext cx="4424516" cy="4780280"/>
                <a:chOff x="1600200" y="1379220"/>
                <a:chExt cx="4424516" cy="4780280"/>
              </a:xfrm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5715000" y="4953000"/>
                  <a:ext cx="152400" cy="5334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/>
                <p:cNvSpPr/>
                <p:nvPr/>
              </p:nvSpPr>
              <p:spPr>
                <a:xfrm>
                  <a:off x="1600200" y="3505199"/>
                  <a:ext cx="786581" cy="59944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56 CM</a:t>
                  </a:r>
                  <a:endParaRPr lang="en-US" sz="1400" dirty="0"/>
                </a:p>
              </p:txBody>
            </p:sp>
            <p:grpSp>
              <p:nvGrpSpPr>
                <p:cNvPr id="52" name="Group 14"/>
                <p:cNvGrpSpPr/>
                <p:nvPr/>
              </p:nvGrpSpPr>
              <p:grpSpPr>
                <a:xfrm>
                  <a:off x="2190134" y="2319020"/>
                  <a:ext cx="609602" cy="3384799"/>
                  <a:chOff x="1514167" y="2244320"/>
                  <a:chExt cx="304801" cy="3538581"/>
                </a:xfrm>
              </p:grpSpPr>
              <p:cxnSp>
                <p:nvCxnSpPr>
                  <p:cNvPr id="64" name="Straight Connector 63"/>
                  <p:cNvCxnSpPr/>
                  <p:nvPr/>
                </p:nvCxnSpPr>
                <p:spPr>
                  <a:xfrm rot="16200000" flipH="1">
                    <a:off x="-90947" y="3996919"/>
                    <a:ext cx="3505199" cy="1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1514168" y="2244320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>
                    <a:off x="1514167" y="5781312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2819400" y="2057400"/>
                  <a:ext cx="1752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4572000" y="2057400"/>
                  <a:ext cx="990600" cy="6096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 rot="5400000">
                  <a:off x="26292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 rot="5400000">
                  <a:off x="43818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 rot="5400000">
                  <a:off x="5372497" y="27047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 rot="5400000">
                  <a:off x="4572000" y="4572000"/>
                  <a:ext cx="2133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5486400" y="35052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5486400" y="56388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/>
                <p:cNvSpPr/>
                <p:nvPr/>
              </p:nvSpPr>
              <p:spPr>
                <a:xfrm>
                  <a:off x="3173361" y="1379220"/>
                  <a:ext cx="978310" cy="60706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43 CM</a:t>
                  </a:r>
                  <a:endParaRPr lang="en-US" sz="1400" dirty="0"/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5073445" y="1661160"/>
                  <a:ext cx="951271" cy="66040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38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4746523" y="5608320"/>
                  <a:ext cx="865239" cy="55118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31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</p:grpSp>
          <p:pic>
            <p:nvPicPr>
              <p:cNvPr id="48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 l="39824" t="19792" r="51391" b="28125"/>
              <a:stretch>
                <a:fillRect/>
              </a:stretch>
            </p:blipFill>
            <p:spPr bwMode="auto">
              <a:xfrm>
                <a:off x="6096000" y="932180"/>
                <a:ext cx="1600200" cy="5334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67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7800" y="762000"/>
              <a:ext cx="1273628" cy="685800"/>
            </a:xfrm>
            <a:prstGeom prst="rect">
              <a:avLst/>
            </a:prstGeom>
            <a:noFill/>
          </p:spPr>
        </p:pic>
      </p:grpSp>
      <p:pic>
        <p:nvPicPr>
          <p:cNvPr id="2050" name="Picture 2" descr="D:\decor living\Listed Product Images\Baby Chair\baby_Chair___4_-removebg-preview.png"/>
          <p:cNvPicPr>
            <a:picLocks noChangeAspect="1" noChangeArrowheads="1"/>
          </p:cNvPicPr>
          <p:nvPr/>
        </p:nvPicPr>
        <p:blipFill>
          <a:blip r:embed="rId4"/>
          <a:srcRect l="22171" t="14038" r="5774" b="12478"/>
          <a:stretch>
            <a:fillRect/>
          </a:stretch>
        </p:blipFill>
        <p:spPr bwMode="auto">
          <a:xfrm>
            <a:off x="2895600" y="2667000"/>
            <a:ext cx="2186796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28</Words>
  <Application>Microsoft Office PowerPoint</Application>
  <PresentationFormat>On-screen Show (4:3)</PresentationFormat>
  <Paragraphs>22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33</cp:revision>
  <dcterms:created xsi:type="dcterms:W3CDTF">2006-08-16T00:00:00Z</dcterms:created>
  <dcterms:modified xsi:type="dcterms:W3CDTF">2022-04-17T11:31:39Z</dcterms:modified>
</cp:coreProperties>
</file>