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1482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10-Apr-22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10-Apr-22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10-Apr-22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10-Apr-22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10-Apr-22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10-Apr-22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10-Apr-22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10-Apr-22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10-Apr-22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10-Apr-22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10-Apr-22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10-Apr-22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1752600" y="762000"/>
            <a:ext cx="5410200" cy="5257800"/>
            <a:chOff x="1752600" y="762000"/>
            <a:chExt cx="5410200" cy="5257800"/>
          </a:xfrm>
        </p:grpSpPr>
        <p:grpSp>
          <p:nvGrpSpPr>
            <p:cNvPr id="7" name="Group 6"/>
            <p:cNvGrpSpPr/>
            <p:nvPr/>
          </p:nvGrpSpPr>
          <p:grpSpPr>
            <a:xfrm>
              <a:off x="1752600" y="762000"/>
              <a:ext cx="5410200" cy="5257800"/>
              <a:chOff x="1752600" y="762000"/>
              <a:chExt cx="5410200" cy="5257800"/>
            </a:xfrm>
          </p:grpSpPr>
          <p:sp>
            <p:nvSpPr>
              <p:cNvPr id="3" name="Flowchart: Process 2"/>
              <p:cNvSpPr/>
              <p:nvPr/>
            </p:nvSpPr>
            <p:spPr>
              <a:xfrm>
                <a:off x="1752600" y="762000"/>
                <a:ext cx="5410200" cy="5257800"/>
              </a:xfrm>
              <a:prstGeom prst="flowChartProcess">
                <a:avLst/>
              </a:prstGeom>
            </p:spPr>
            <p:style>
              <a:lnRef idx="2">
                <a:schemeClr val="accent6"/>
              </a:lnRef>
              <a:fillRef idx="1002">
                <a:schemeClr val="lt2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" name="Flowchart: Process 3"/>
              <p:cNvSpPr/>
              <p:nvPr/>
            </p:nvSpPr>
            <p:spPr>
              <a:xfrm>
                <a:off x="1905000" y="914400"/>
                <a:ext cx="5139560" cy="4957354"/>
              </a:xfrm>
              <a:prstGeom prst="flowChartProcess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6" name="Picture 5" descr="D:\decor living\Decor living logo\logo.jpg"/>
              <p:cNvPicPr>
                <a:picLocks noChangeAspect="1" noChangeArrowheads="1"/>
              </p:cNvPicPr>
              <p:nvPr/>
            </p:nvPicPr>
            <p:blipFill>
              <a:blip r:embed="rId2" cstate="print"/>
              <a:srcRect/>
              <a:stretch>
                <a:fillRect/>
              </a:stretch>
            </p:blipFill>
            <p:spPr bwMode="auto">
              <a:xfrm>
                <a:off x="5664540" y="914400"/>
                <a:ext cx="1345860" cy="826226"/>
              </a:xfrm>
              <a:prstGeom prst="rect">
                <a:avLst/>
              </a:prstGeom>
              <a:noFill/>
            </p:spPr>
          </p:pic>
        </p:grpSp>
        <p:pic>
          <p:nvPicPr>
            <p:cNvPr id="8" name="Picture 2" descr="D:\decor living\Listed Product Images\Plastic stool\Plastic_Stool__2_-removebg-preview.png"/>
            <p:cNvPicPr>
              <a:picLocks noChangeAspect="1" noChangeArrowheads="1"/>
            </p:cNvPicPr>
            <p:nvPr/>
          </p:nvPicPr>
          <p:blipFill>
            <a:blip r:embed="rId3"/>
            <a:srcRect t="18503" r="3245" b="32517"/>
            <a:stretch>
              <a:fillRect/>
            </a:stretch>
          </p:blipFill>
          <p:spPr bwMode="auto">
            <a:xfrm>
              <a:off x="2743200" y="2057400"/>
              <a:ext cx="3124200" cy="3429000"/>
            </a:xfrm>
            <a:prstGeom prst="rect">
              <a:avLst/>
            </a:prstGeom>
            <a:noFill/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/>
          <p:cNvGrpSpPr/>
          <p:nvPr/>
        </p:nvGrpSpPr>
        <p:grpSpPr>
          <a:xfrm>
            <a:off x="1752600" y="762000"/>
            <a:ext cx="5410200" cy="5257800"/>
            <a:chOff x="1752600" y="762000"/>
            <a:chExt cx="5410200" cy="5257800"/>
          </a:xfrm>
        </p:grpSpPr>
        <p:grpSp>
          <p:nvGrpSpPr>
            <p:cNvPr id="2" name="Group 1"/>
            <p:cNvGrpSpPr/>
            <p:nvPr/>
          </p:nvGrpSpPr>
          <p:grpSpPr>
            <a:xfrm>
              <a:off x="1752600" y="762000"/>
              <a:ext cx="5410200" cy="5257800"/>
              <a:chOff x="1752600" y="762000"/>
              <a:chExt cx="5410200" cy="5257800"/>
            </a:xfrm>
          </p:grpSpPr>
          <p:sp>
            <p:nvSpPr>
              <p:cNvPr id="3" name="Flowchart: Process 2"/>
              <p:cNvSpPr/>
              <p:nvPr/>
            </p:nvSpPr>
            <p:spPr>
              <a:xfrm>
                <a:off x="1752600" y="762000"/>
                <a:ext cx="5410200" cy="5257800"/>
              </a:xfrm>
              <a:prstGeom prst="flowChartProcess">
                <a:avLst/>
              </a:prstGeom>
            </p:spPr>
            <p:style>
              <a:lnRef idx="2">
                <a:schemeClr val="accent6"/>
              </a:lnRef>
              <a:fillRef idx="1002">
                <a:schemeClr val="lt2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" name="Flowchart: Process 3"/>
              <p:cNvSpPr/>
              <p:nvPr/>
            </p:nvSpPr>
            <p:spPr>
              <a:xfrm>
                <a:off x="1905000" y="914400"/>
                <a:ext cx="5139560" cy="4957354"/>
              </a:xfrm>
              <a:prstGeom prst="flowChartProcess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6" name="Picture 5" descr="D:\decor living\Decor living logo\logo.jpg"/>
              <p:cNvPicPr>
                <a:picLocks noChangeAspect="1" noChangeArrowheads="1"/>
              </p:cNvPicPr>
              <p:nvPr/>
            </p:nvPicPr>
            <p:blipFill>
              <a:blip r:embed="rId2" cstate="print"/>
              <a:srcRect/>
              <a:stretch>
                <a:fillRect/>
              </a:stretch>
            </p:blipFill>
            <p:spPr bwMode="auto">
              <a:xfrm>
                <a:off x="5664540" y="914400"/>
                <a:ext cx="1345860" cy="826226"/>
              </a:xfrm>
              <a:prstGeom prst="rect">
                <a:avLst/>
              </a:prstGeom>
              <a:noFill/>
            </p:spPr>
          </p:pic>
        </p:grpSp>
        <p:cxnSp>
          <p:nvCxnSpPr>
            <p:cNvPr id="9" name="Straight Connector 8"/>
            <p:cNvCxnSpPr/>
            <p:nvPr/>
          </p:nvCxnSpPr>
          <p:spPr>
            <a:xfrm rot="16200000" flipH="1">
              <a:off x="1269630" y="3683370"/>
              <a:ext cx="3099542" cy="2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>
              <a:off x="2575560" y="2133600"/>
              <a:ext cx="472440" cy="1232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2590800" y="5257800"/>
              <a:ext cx="472440" cy="1232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13" name="Oval 12"/>
            <p:cNvSpPr/>
            <p:nvPr/>
          </p:nvSpPr>
          <p:spPr>
            <a:xfrm>
              <a:off x="2133600" y="3505200"/>
              <a:ext cx="609600" cy="486033"/>
            </a:xfrm>
            <a:prstGeom prst="ellipse">
              <a:avLst/>
            </a:prstGeom>
            <a:ln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 smtClean="0"/>
                <a:t>48</a:t>
              </a:r>
              <a:r>
                <a:rPr lang="en-US" sz="1400" dirty="0" smtClean="0"/>
                <a:t> </a:t>
              </a:r>
              <a:r>
                <a:rPr lang="en-US" sz="1400" dirty="0" smtClean="0"/>
                <a:t>CM</a:t>
              </a:r>
              <a:endParaRPr lang="en-US" sz="1400" dirty="0"/>
            </a:p>
          </p:txBody>
        </p:sp>
        <p:cxnSp>
          <p:nvCxnSpPr>
            <p:cNvPr id="14" name="Straight Connector 13"/>
            <p:cNvCxnSpPr/>
            <p:nvPr/>
          </p:nvCxnSpPr>
          <p:spPr>
            <a:xfrm>
              <a:off x="3429000" y="1752600"/>
              <a:ext cx="1981200" cy="1588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rot="5400000">
              <a:off x="3274849" y="1754352"/>
              <a:ext cx="308919" cy="616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5400000">
              <a:off x="5256048" y="1754352"/>
              <a:ext cx="308919" cy="616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20" name="Oval 19"/>
            <p:cNvSpPr/>
            <p:nvPr/>
          </p:nvSpPr>
          <p:spPr>
            <a:xfrm>
              <a:off x="3962400" y="1143000"/>
              <a:ext cx="758190" cy="492211"/>
            </a:xfrm>
            <a:prstGeom prst="ellipse">
              <a:avLst/>
            </a:prstGeom>
            <a:ln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 smtClean="0"/>
                <a:t>36</a:t>
              </a:r>
              <a:r>
                <a:rPr lang="en-US" sz="1400" dirty="0" smtClean="0"/>
                <a:t> </a:t>
              </a:r>
              <a:r>
                <a:rPr lang="en-US" sz="1400" dirty="0" smtClean="0"/>
                <a:t>CM</a:t>
              </a:r>
              <a:endParaRPr lang="en-US" sz="1400" dirty="0"/>
            </a:p>
          </p:txBody>
        </p:sp>
        <p:pic>
          <p:nvPicPr>
            <p:cNvPr id="21" name="Picture 2" descr="D:\decor living\Listed Product Images\Plastic stool\Plastic_Stool__3_-removebg-preview.png"/>
            <p:cNvPicPr>
              <a:picLocks noChangeAspect="1" noChangeArrowheads="1"/>
            </p:cNvPicPr>
            <p:nvPr/>
          </p:nvPicPr>
          <p:blipFill>
            <a:blip r:embed="rId3"/>
            <a:srcRect t="19524" r="5162" b="21701"/>
            <a:stretch>
              <a:fillRect/>
            </a:stretch>
          </p:blipFill>
          <p:spPr bwMode="auto">
            <a:xfrm>
              <a:off x="2895600" y="1905000"/>
              <a:ext cx="3062287" cy="4114800"/>
            </a:xfrm>
            <a:prstGeom prst="rect">
              <a:avLst/>
            </a:prstGeom>
            <a:noFill/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1371600" y="838200"/>
            <a:ext cx="5410200" cy="5257800"/>
            <a:chOff x="1371600" y="838200"/>
            <a:chExt cx="5410200" cy="5257800"/>
          </a:xfrm>
        </p:grpSpPr>
        <p:sp>
          <p:nvSpPr>
            <p:cNvPr id="3" name="Flowchart: Process 2"/>
            <p:cNvSpPr/>
            <p:nvPr/>
          </p:nvSpPr>
          <p:spPr>
            <a:xfrm>
              <a:off x="1371600" y="838200"/>
              <a:ext cx="5410200" cy="5257800"/>
            </a:xfrm>
            <a:prstGeom prst="flowChartProcess">
              <a:avLst/>
            </a:prstGeom>
          </p:spPr>
          <p:style>
            <a:lnRef idx="2">
              <a:schemeClr val="accent6"/>
            </a:lnRef>
            <a:fillRef idx="1002">
              <a:schemeClr val="lt2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Flowchart: Process 3"/>
            <p:cNvSpPr/>
            <p:nvPr/>
          </p:nvSpPr>
          <p:spPr>
            <a:xfrm>
              <a:off x="1524000" y="990600"/>
              <a:ext cx="5139560" cy="4957354"/>
            </a:xfrm>
            <a:prstGeom prst="flowChartProcess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" name="Picture 2" descr="D:\decor living\Listed Product Images\Plastic stool\Plastic_Stool__4_-removebg-preview.png"/>
            <p:cNvPicPr>
              <a:picLocks noChangeAspect="1" noChangeArrowheads="1"/>
            </p:cNvPicPr>
            <p:nvPr/>
          </p:nvPicPr>
          <p:blipFill>
            <a:blip r:embed="rId2"/>
            <a:srcRect l="10816" t="7522" r="22789"/>
            <a:stretch>
              <a:fillRect/>
            </a:stretch>
          </p:blipFill>
          <p:spPr bwMode="auto">
            <a:xfrm>
              <a:off x="1524000" y="2511398"/>
              <a:ext cx="5105400" cy="3279802"/>
            </a:xfrm>
            <a:prstGeom prst="rect">
              <a:avLst/>
            </a:prstGeom>
            <a:noFill/>
          </p:spPr>
        </p:pic>
        <p:pic>
          <p:nvPicPr>
            <p:cNvPr id="6" name="Picture 5" descr="D:\decor living\Decor living logo\logo.jp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5359740" y="990600"/>
              <a:ext cx="1345860" cy="826226"/>
            </a:xfrm>
            <a:prstGeom prst="rect">
              <a:avLst/>
            </a:prstGeom>
            <a:noFill/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24000" y="533400"/>
            <a:ext cx="5410200" cy="5257800"/>
            <a:chOff x="1524000" y="533400"/>
            <a:chExt cx="5410200" cy="5257800"/>
          </a:xfrm>
        </p:grpSpPr>
        <p:sp>
          <p:nvSpPr>
            <p:cNvPr id="3" name="Flowchart: Process 2"/>
            <p:cNvSpPr/>
            <p:nvPr/>
          </p:nvSpPr>
          <p:spPr>
            <a:xfrm>
              <a:off x="1524000" y="533400"/>
              <a:ext cx="5410200" cy="5257800"/>
            </a:xfrm>
            <a:prstGeom prst="flowChartProcess">
              <a:avLst/>
            </a:prstGeom>
          </p:spPr>
          <p:style>
            <a:lnRef idx="2">
              <a:schemeClr val="accent6"/>
            </a:lnRef>
            <a:fillRef idx="1002">
              <a:schemeClr val="lt2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Flowchart: Process 3"/>
            <p:cNvSpPr/>
            <p:nvPr/>
          </p:nvSpPr>
          <p:spPr>
            <a:xfrm>
              <a:off x="1676400" y="685800"/>
              <a:ext cx="5139560" cy="4957354"/>
            </a:xfrm>
            <a:prstGeom prst="flowChartProcess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" name="Picture 2" descr="D:\decor living\Listed Product Images\Plastic stool\Plastic_Stool__6_-removebg-preview.png"/>
            <p:cNvPicPr>
              <a:picLocks noChangeAspect="1" noChangeArrowheads="1"/>
            </p:cNvPicPr>
            <p:nvPr/>
          </p:nvPicPr>
          <p:blipFill>
            <a:blip r:embed="rId2"/>
            <a:srcRect t="12993" r="-1475" b="35918"/>
            <a:stretch>
              <a:fillRect/>
            </a:stretch>
          </p:blipFill>
          <p:spPr bwMode="auto">
            <a:xfrm>
              <a:off x="2209800" y="1371600"/>
              <a:ext cx="3733800" cy="4075704"/>
            </a:xfrm>
            <a:prstGeom prst="rect">
              <a:avLst/>
            </a:prstGeom>
            <a:noFill/>
          </p:spPr>
        </p:pic>
        <p:pic>
          <p:nvPicPr>
            <p:cNvPr id="6" name="Picture 5" descr="D:\decor living\Decor living logo\logo.jp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5512140" y="685800"/>
              <a:ext cx="1345860" cy="826226"/>
            </a:xfrm>
            <a:prstGeom prst="rect">
              <a:avLst/>
            </a:prstGeom>
            <a:noFill/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</Words>
  <Application>Microsoft Office PowerPoint</Application>
  <PresentationFormat>On-screen Show (4:3)</PresentationFormat>
  <Paragraphs>2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Theme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abcd</dc:creator>
  <cp:lastModifiedBy>abcd</cp:lastModifiedBy>
  <cp:revision>4</cp:revision>
  <dcterms:created xsi:type="dcterms:W3CDTF">2006-08-16T00:00:00Z</dcterms:created>
  <dcterms:modified xsi:type="dcterms:W3CDTF">2022-04-10T11:35:00Z</dcterms:modified>
</cp:coreProperties>
</file>