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15-Dec-21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447800" y="152400"/>
            <a:ext cx="6400800" cy="6400800"/>
            <a:chOff x="1828800" y="152400"/>
            <a:chExt cx="6400800" cy="6400800"/>
          </a:xfrm>
        </p:grpSpPr>
        <p:pic>
          <p:nvPicPr>
            <p:cNvPr id="4" name="Picture 2" descr="D:\decor living\Listed Product Images\Butterfly HB\Butterfly HB (1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28800" y="1524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="" xmlns:a14="http://schemas.microsoft.com/office/drawing/2010/main">
                    <a14:imgLayer r:embed="">
                      <a14:imgEffect>
                        <a14:saturation sat="300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44225" t="33049" r="23369" b="39868"/>
            <a:stretch>
              <a:fillRect/>
            </a:stretch>
          </p:blipFill>
          <p:spPr bwMode="auto">
            <a:xfrm>
              <a:off x="6215929" y="152400"/>
              <a:ext cx="1937471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="" xmlns:a14="http://schemas.microsoft.com/office/drawing/2010/main">
                    <a14:imgLayer r:embed="">
                      <a14:imgEffect>
                        <a14:saturation sat="300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44225" t="33049" r="23369" b="39868"/>
            <a:stretch>
              <a:fillRect/>
            </a:stretch>
          </p:blipFill>
          <p:spPr bwMode="auto">
            <a:xfrm>
              <a:off x="1828800" y="152400"/>
              <a:ext cx="774989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295400" y="228600"/>
            <a:ext cx="6400800" cy="6400800"/>
            <a:chOff x="1447800" y="228600"/>
            <a:chExt cx="6400800" cy="6400800"/>
          </a:xfrm>
        </p:grpSpPr>
        <p:pic>
          <p:nvPicPr>
            <p:cNvPr id="1026" name="Picture 2" descr="D:\decor living\Listed Product Images\Butterfly HB\Butterfly HB (2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478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="" xmlns:a14="http://schemas.microsoft.com/office/drawing/2010/main">
                    <a14:imgLayer r:embed="">
                      <a14:imgEffect>
                        <a14:saturation sat="300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44225" t="33049" r="23369" b="39868"/>
            <a:stretch>
              <a:fillRect/>
            </a:stretch>
          </p:blipFill>
          <p:spPr bwMode="auto">
            <a:xfrm>
              <a:off x="5834929" y="228600"/>
              <a:ext cx="1937471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="" xmlns:a14="http://schemas.microsoft.com/office/drawing/2010/main">
                    <a14:imgLayer r:embed="">
                      <a14:imgEffect>
                        <a14:saturation sat="300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44225" t="33049" r="23369" b="39868"/>
            <a:stretch>
              <a:fillRect/>
            </a:stretch>
          </p:blipFill>
          <p:spPr bwMode="auto">
            <a:xfrm>
              <a:off x="1447800" y="228600"/>
              <a:ext cx="774989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76400" y="228600"/>
            <a:ext cx="6400800" cy="6400800"/>
            <a:chOff x="1295400" y="228600"/>
            <a:chExt cx="6400800" cy="6400800"/>
          </a:xfrm>
        </p:grpSpPr>
        <p:pic>
          <p:nvPicPr>
            <p:cNvPr id="4" name="Picture 4" descr="D:\decor living\Listed Product Images\Butterfly HB\Butterfly HB (4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54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="" xmlns:a14="http://schemas.microsoft.com/office/drawing/2010/main">
                    <a14:imgLayer r:embed="">
                      <a14:imgEffect>
                        <a14:saturation sat="300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44225" t="33049" r="23369" b="39868"/>
            <a:stretch>
              <a:fillRect/>
            </a:stretch>
          </p:blipFill>
          <p:spPr bwMode="auto">
            <a:xfrm>
              <a:off x="5682529" y="228600"/>
              <a:ext cx="1937471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="" xmlns:a14="http://schemas.microsoft.com/office/drawing/2010/main">
                    <a14:imgLayer r:embed="">
                      <a14:imgEffect>
                        <a14:saturation sat="300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44225" t="33049" r="23369" b="39868"/>
            <a:stretch>
              <a:fillRect/>
            </a:stretch>
          </p:blipFill>
          <p:spPr bwMode="auto">
            <a:xfrm>
              <a:off x="1295400" y="228600"/>
              <a:ext cx="774989" cy="36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:\decor living\Listed Product Images\Butterfly HB\Butterfly HB (3).jpe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28600"/>
            <a:ext cx="6400800" cy="6400800"/>
          </a:xfrm>
          <a:prstGeom prst="rect">
            <a:avLst/>
          </a:prstGeom>
          <a:noFill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="" xmlns:a14="http://schemas.microsoft.com/office/drawing/2010/main">
                  <a14:imgLayer r:embed="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 l="44225" t="33049" r="23369" b="39868"/>
          <a:stretch>
            <a:fillRect/>
          </a:stretch>
        </p:blipFill>
        <p:spPr bwMode="auto">
          <a:xfrm>
            <a:off x="5758729" y="228600"/>
            <a:ext cx="1937471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abcd</cp:lastModifiedBy>
  <cp:revision>5</cp:revision>
  <dcterms:created xsi:type="dcterms:W3CDTF">2006-08-16T00:00:00Z</dcterms:created>
  <dcterms:modified xsi:type="dcterms:W3CDTF">2021-12-15T15:23:36Z</dcterms:modified>
</cp:coreProperties>
</file>