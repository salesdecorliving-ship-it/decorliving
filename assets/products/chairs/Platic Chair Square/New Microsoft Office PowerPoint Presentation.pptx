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1422" y="-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914400" y="321232"/>
            <a:ext cx="3971925" cy="6536768"/>
            <a:chOff x="914400" y="321232"/>
            <a:chExt cx="3971925" cy="6536768"/>
          </a:xfrm>
        </p:grpSpPr>
        <p:pic>
          <p:nvPicPr>
            <p:cNvPr id="1026" name="Picture 2" descr="\\Pc4\d\decor living\Listed Product Images\Platic Chair Square\Square Plastic Chair  (3)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14400" y="321232"/>
              <a:ext cx="1838325" cy="3230284"/>
            </a:xfrm>
            <a:prstGeom prst="rect">
              <a:avLst/>
            </a:prstGeom>
            <a:noFill/>
          </p:spPr>
        </p:pic>
        <p:pic>
          <p:nvPicPr>
            <p:cNvPr id="4" name="Picture 2" descr="\\Pc4\d\decor living\Listed Product Images\Platic Chair Square\Square Plastic Chair  (3)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048000" y="351116"/>
              <a:ext cx="1838325" cy="3230284"/>
            </a:xfrm>
            <a:prstGeom prst="rect">
              <a:avLst/>
            </a:prstGeom>
            <a:noFill/>
          </p:spPr>
        </p:pic>
        <p:pic>
          <p:nvPicPr>
            <p:cNvPr id="5" name="Picture 2" descr="\\Pc4\d\decor living\Listed Product Images\Platic Chair Square\Square Plastic Chair  (3)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048000" y="3627716"/>
              <a:ext cx="1838325" cy="3230284"/>
            </a:xfrm>
            <a:prstGeom prst="rect">
              <a:avLst/>
            </a:prstGeom>
            <a:noFill/>
          </p:spPr>
        </p:pic>
        <p:pic>
          <p:nvPicPr>
            <p:cNvPr id="6" name="Picture 2" descr="\\Pc4\d\decor living\Listed Product Images\Platic Chair Square\Square Plastic Chair  (3)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14400" y="3551516"/>
              <a:ext cx="1838325" cy="3230284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abcd</dc:creator>
  <cp:lastModifiedBy>abcd</cp:lastModifiedBy>
  <cp:revision>2</cp:revision>
  <dcterms:created xsi:type="dcterms:W3CDTF">2006-08-16T00:00:00Z</dcterms:created>
  <dcterms:modified xsi:type="dcterms:W3CDTF">2022-04-27T10:36:15Z</dcterms:modified>
</cp:coreProperties>
</file>