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371600" y="133350"/>
            <a:ext cx="6400800" cy="6419850"/>
            <a:chOff x="1371600" y="133350"/>
            <a:chExt cx="6400800" cy="6419850"/>
          </a:xfrm>
        </p:grpSpPr>
        <p:pic>
          <p:nvPicPr>
            <p:cNvPr id="1026" name="Picture 2" descr="D:\decor living\Listed Product Images\GOLF MB\GOLF MB (1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371600" y="1524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1027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715000" y="133350"/>
              <a:ext cx="1990725" cy="1009650"/>
            </a:xfrm>
            <a:prstGeom prst="rect">
              <a:avLst/>
            </a:prstGeom>
            <a:noFill/>
          </p:spPr>
        </p:pic>
        <p:pic>
          <p:nvPicPr>
            <p:cNvPr id="4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384540" y="152400"/>
              <a:ext cx="901460" cy="4572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295400" y="285750"/>
            <a:ext cx="6400800" cy="6419850"/>
            <a:chOff x="1295400" y="285750"/>
            <a:chExt cx="6400800" cy="6419850"/>
          </a:xfrm>
        </p:grpSpPr>
        <p:pic>
          <p:nvPicPr>
            <p:cNvPr id="2051" name="Picture 3" descr="D:\decor living\Listed Product Images\GOLF MB\GOLF MB (2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95400" y="3048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4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638800" y="285750"/>
              <a:ext cx="1990725" cy="100965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371600" y="228600"/>
            <a:ext cx="6400800" cy="6400800"/>
            <a:chOff x="1371600" y="228600"/>
            <a:chExt cx="6400800" cy="6400800"/>
          </a:xfrm>
        </p:grpSpPr>
        <p:pic>
          <p:nvPicPr>
            <p:cNvPr id="3075" name="Picture 3" descr="D:\decor living\Listed Product Images\GOLF MB\GOLF MB (3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371600" y="2286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4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715000" y="228600"/>
              <a:ext cx="1990725" cy="100965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43000" y="152400"/>
            <a:ext cx="6400800" cy="6400800"/>
            <a:chOff x="1143000" y="152400"/>
            <a:chExt cx="6400800" cy="6400800"/>
          </a:xfrm>
        </p:grpSpPr>
        <p:pic>
          <p:nvPicPr>
            <p:cNvPr id="4099" name="Picture 3" descr="D:\decor living\Listed Product Images\GOLF MB\GOLF MB (4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143000" y="1524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4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486400" y="152400"/>
              <a:ext cx="1990725" cy="100965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371600" y="304800"/>
            <a:ext cx="6400800" cy="6400800"/>
            <a:chOff x="1371600" y="304800"/>
            <a:chExt cx="6400800" cy="6400800"/>
          </a:xfrm>
        </p:grpSpPr>
        <p:pic>
          <p:nvPicPr>
            <p:cNvPr id="5122" name="Picture 2" descr="D:\decor living\Listed Product Images\GOLF MB\GOLF MB (5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371600" y="3048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3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715000" y="304800"/>
              <a:ext cx="1990725" cy="100965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371600" y="133350"/>
            <a:ext cx="6400800" cy="6419850"/>
            <a:chOff x="1371600" y="133350"/>
            <a:chExt cx="6400800" cy="6419850"/>
          </a:xfrm>
        </p:grpSpPr>
        <p:pic>
          <p:nvPicPr>
            <p:cNvPr id="6146" name="Picture 2" descr="D:\decor living\Listed Product Images\GOLF MB\GOLF MB (6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371600" y="1524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3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715000" y="133350"/>
              <a:ext cx="1990725" cy="1009650"/>
            </a:xfrm>
            <a:prstGeom prst="rect">
              <a:avLst/>
            </a:prstGeom>
            <a:noFill/>
          </p:spPr>
        </p:pic>
        <p:pic>
          <p:nvPicPr>
            <p:cNvPr id="4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371601" y="152400"/>
              <a:ext cx="901460" cy="4572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abcd</dc:creator>
  <cp:lastModifiedBy>abcd</cp:lastModifiedBy>
  <cp:revision>2</cp:revision>
  <dcterms:created xsi:type="dcterms:W3CDTF">2006-08-16T00:00:00Z</dcterms:created>
  <dcterms:modified xsi:type="dcterms:W3CDTF">2021-12-16T08:30:37Z</dcterms:modified>
</cp:coreProperties>
</file>