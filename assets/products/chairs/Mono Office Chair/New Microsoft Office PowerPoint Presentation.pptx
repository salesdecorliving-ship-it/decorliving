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786063" y="252413"/>
            <a:ext cx="3995737" cy="5233987"/>
            <a:chOff x="2786063" y="252413"/>
            <a:chExt cx="3995737" cy="5233987"/>
          </a:xfrm>
        </p:grpSpPr>
        <p:pic>
          <p:nvPicPr>
            <p:cNvPr id="1027" name="Picture 3" descr="D:\decor living\Listed Product Images\Mono Office Chair\WhatsApp Image 2022-04-03 at 2.31.15 PM_preview_rev_1.png"/>
            <p:cNvPicPr>
              <a:picLocks noChangeAspect="1" noChangeArrowheads="1"/>
            </p:cNvPicPr>
            <p:nvPr/>
          </p:nvPicPr>
          <p:blipFill>
            <a:blip r:embed="rId2"/>
            <a:srcRect r="13733" b="17616"/>
            <a:stretch>
              <a:fillRect/>
            </a:stretch>
          </p:blipFill>
          <p:spPr bwMode="auto">
            <a:xfrm>
              <a:off x="2786063" y="252413"/>
              <a:ext cx="3081337" cy="5233987"/>
            </a:xfrm>
            <a:prstGeom prst="rect">
              <a:avLst/>
            </a:prstGeom>
            <a:noFill/>
          </p:spPr>
        </p:pic>
        <p:sp>
          <p:nvSpPr>
            <p:cNvPr id="10" name="Rectangle 9"/>
            <p:cNvSpPr/>
            <p:nvPr/>
          </p:nvSpPr>
          <p:spPr>
            <a:xfrm>
              <a:off x="5791200" y="2590800"/>
              <a:ext cx="990600" cy="2286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102 CM</a:t>
              </a:r>
              <a:endParaRPr lang="en-US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rot="16200000" flipH="1">
              <a:off x="3619500" y="2857500"/>
              <a:ext cx="4267200" cy="762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178175" y="993775"/>
            <a:ext cx="2787650" cy="5254625"/>
            <a:chOff x="3178175" y="993775"/>
            <a:chExt cx="2787650" cy="5254625"/>
          </a:xfrm>
        </p:grpSpPr>
        <p:pic>
          <p:nvPicPr>
            <p:cNvPr id="2050" name="Picture 2" descr="D:\decor living\Listed Product Images\Mono Office Chair\Picture1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78175" y="993775"/>
              <a:ext cx="2787650" cy="4868863"/>
            </a:xfrm>
            <a:prstGeom prst="rect">
              <a:avLst/>
            </a:prstGeom>
            <a:noFill/>
          </p:spPr>
        </p:pic>
        <p:cxnSp>
          <p:nvCxnSpPr>
            <p:cNvPr id="4" name="Straight Arrow Connector 3"/>
            <p:cNvCxnSpPr/>
            <p:nvPr/>
          </p:nvCxnSpPr>
          <p:spPr>
            <a:xfrm>
              <a:off x="3429000" y="5942012"/>
              <a:ext cx="2362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1" name="Picture 3" descr="D:\decor living\Listed Product Images\Mono Office Chair\Picture1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78175" y="993775"/>
              <a:ext cx="2787650" cy="4868863"/>
            </a:xfrm>
            <a:prstGeom prst="rect">
              <a:avLst/>
            </a:prstGeom>
            <a:noFill/>
          </p:spPr>
        </p:pic>
        <p:pic>
          <p:nvPicPr>
            <p:cNvPr id="2052" name="Picture 4" descr="D:\decor living\Listed Product Images\Mono Office Chair\Picture1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78175" y="993775"/>
              <a:ext cx="2787650" cy="4868863"/>
            </a:xfrm>
            <a:prstGeom prst="rect">
              <a:avLst/>
            </a:prstGeom>
            <a:noFill/>
          </p:spPr>
        </p:pic>
        <p:sp>
          <p:nvSpPr>
            <p:cNvPr id="7" name="Rectangle 6"/>
            <p:cNvSpPr/>
            <p:nvPr/>
          </p:nvSpPr>
          <p:spPr>
            <a:xfrm>
              <a:off x="4191000" y="6019800"/>
              <a:ext cx="990600" cy="2286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60 CM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D:\decor living\Listed Product Images\Mono Office Chair\WhatsApp Image 2022-04-03 at 2.31.49 PM_preview_rev_1.png"/>
          <p:cNvPicPr>
            <a:picLocks noChangeAspect="1" noChangeArrowheads="1"/>
          </p:cNvPicPr>
          <p:nvPr/>
        </p:nvPicPr>
        <p:blipFill>
          <a:blip r:embed="rId2"/>
          <a:srcRect t="12819" r="11600" b="14018"/>
          <a:stretch>
            <a:fillRect/>
          </a:stretch>
        </p:blipFill>
        <p:spPr bwMode="auto">
          <a:xfrm>
            <a:off x="2819400" y="762000"/>
            <a:ext cx="3157538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209800" y="2133600"/>
            <a:ext cx="4343400" cy="3505200"/>
            <a:chOff x="2209800" y="2133600"/>
            <a:chExt cx="4343400" cy="3505200"/>
          </a:xfrm>
        </p:grpSpPr>
        <p:pic>
          <p:nvPicPr>
            <p:cNvPr id="4098" name="Picture 2" descr="D:\decor living\Listed Product Images\Mono Office Chair\WhatsApp Image 2022-04-03 at 2.32.06 PM_preview_rev_1.png"/>
            <p:cNvPicPr>
              <a:picLocks noChangeAspect="1" noChangeArrowheads="1"/>
            </p:cNvPicPr>
            <p:nvPr/>
          </p:nvPicPr>
          <p:blipFill>
            <a:blip r:embed="rId2"/>
            <a:srcRect l="11994" t="14933" r="19640" b="-267"/>
            <a:stretch>
              <a:fillRect/>
            </a:stretch>
          </p:blipFill>
          <p:spPr bwMode="auto">
            <a:xfrm>
              <a:off x="2209800" y="2133600"/>
              <a:ext cx="4343400" cy="3048000"/>
            </a:xfrm>
            <a:prstGeom prst="rect">
              <a:avLst/>
            </a:prstGeom>
            <a:noFill/>
          </p:spPr>
        </p:pic>
        <p:cxnSp>
          <p:nvCxnSpPr>
            <p:cNvPr id="4" name="Straight Arrow Connector 3"/>
            <p:cNvCxnSpPr/>
            <p:nvPr/>
          </p:nvCxnSpPr>
          <p:spPr>
            <a:xfrm>
              <a:off x="2438400" y="5256212"/>
              <a:ext cx="3657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810000" y="5410200"/>
              <a:ext cx="990600" cy="2286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66 CM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786063" y="533400"/>
            <a:ext cx="4071937" cy="5105400"/>
            <a:chOff x="2786063" y="533400"/>
            <a:chExt cx="4071937" cy="5105400"/>
          </a:xfrm>
        </p:grpSpPr>
        <p:pic>
          <p:nvPicPr>
            <p:cNvPr id="1026" name="Picture 2" descr="D:\decor living\Listed Product Images\Mono Office Chair\WhatsApp Image 2022-04-03 at 2.31.30 PM_preview_rev_1.png"/>
            <p:cNvPicPr>
              <a:picLocks noChangeAspect="1" noChangeArrowheads="1"/>
            </p:cNvPicPr>
            <p:nvPr/>
          </p:nvPicPr>
          <p:blipFill>
            <a:blip r:embed="rId2"/>
            <a:srcRect t="4423" r="18000" b="15217"/>
            <a:stretch>
              <a:fillRect/>
            </a:stretch>
          </p:blipFill>
          <p:spPr bwMode="auto">
            <a:xfrm>
              <a:off x="2786063" y="533400"/>
              <a:ext cx="2928937" cy="5105400"/>
            </a:xfrm>
            <a:prstGeom prst="rect">
              <a:avLst/>
            </a:prstGeom>
            <a:noFill/>
          </p:spPr>
        </p:pic>
        <p:grpSp>
          <p:nvGrpSpPr>
            <p:cNvPr id="5" name="Group 4"/>
            <p:cNvGrpSpPr/>
            <p:nvPr/>
          </p:nvGrpSpPr>
          <p:grpSpPr>
            <a:xfrm>
              <a:off x="5790406" y="2896394"/>
              <a:ext cx="1067594" cy="2133600"/>
              <a:chOff x="5790406" y="2896394"/>
              <a:chExt cx="1067594" cy="2133600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5867400" y="3733800"/>
                <a:ext cx="990600" cy="22860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56 CM</a:t>
                </a:r>
                <a:endParaRPr lang="en-US" dirty="0"/>
              </a:p>
            </p:txBody>
          </p:sp>
          <p:cxnSp>
            <p:nvCxnSpPr>
              <p:cNvPr id="4" name="Straight Arrow Connector 3"/>
              <p:cNvCxnSpPr/>
              <p:nvPr/>
            </p:nvCxnSpPr>
            <p:spPr>
              <a:xfrm rot="5400000">
                <a:off x="4724400" y="3962400"/>
                <a:ext cx="2133600" cy="1588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</Words>
  <Application>Microsoft Office PowerPoint</Application>
  <PresentationFormat>On-screen Show (4:3)</PresentationFormat>
  <Paragraphs>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12</cp:revision>
  <dcterms:created xsi:type="dcterms:W3CDTF">2006-08-16T00:00:00Z</dcterms:created>
  <dcterms:modified xsi:type="dcterms:W3CDTF">2022-04-03T09:40:48Z</dcterms:modified>
</cp:coreProperties>
</file>